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4"/>
    <p:sldMasterId id="214748373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Lexend SemiBold"/>
      <p:regular r:id="rId25"/>
      <p:bold r:id="rId26"/>
    </p:embeddedFont>
    <p:embeddedFont>
      <p:font typeface="Lexend Light"/>
      <p:regular r:id="rId27"/>
      <p:bold r:id="rId28"/>
    </p:embeddedFont>
    <p:embeddedFont>
      <p:font typeface="Playfair Display"/>
      <p:regular r:id="rId29"/>
      <p:bold r:id="rId30"/>
      <p:italic r:id="rId31"/>
      <p:boldItalic r:id="rId32"/>
    </p:embeddedFont>
    <p:embeddedFont>
      <p:font typeface="Montserrat"/>
      <p:regular r:id="rId33"/>
      <p:bold r:id="rId34"/>
      <p:italic r:id="rId35"/>
      <p:boldItalic r:id="rId36"/>
    </p:embeddedFont>
    <p:embeddedFont>
      <p:font typeface="Lexend Medium"/>
      <p:regular r:id="rId37"/>
      <p:bold r:id="rId38"/>
    </p:embeddedFont>
    <p:embeddedFont>
      <p:font typeface="Lexend"/>
      <p:regular r:id="rId39"/>
      <p:bold r:id="rId40"/>
    </p:embeddedFont>
    <p:embeddedFont>
      <p:font typeface="Playfair Display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2E8C9D-1087-4260-A224-74DB62FB3633}">
  <a:tblStyle styleId="{6A2E8C9D-1087-4260-A224-74DB62FB36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A47C57B-DAD5-4FEC-A1FB-9EF20570095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exend-bold.fntdata"/><Relationship Id="rId42" Type="http://schemas.openxmlformats.org/officeDocument/2006/relationships/font" Target="fonts/PlayfairDisplaySemiBold-bold.fntdata"/><Relationship Id="rId41" Type="http://schemas.openxmlformats.org/officeDocument/2006/relationships/font" Target="fonts/PlayfairDisplaySemiBold-regular.fntdata"/><Relationship Id="rId44" Type="http://schemas.openxmlformats.org/officeDocument/2006/relationships/font" Target="fonts/PlayfairDisplaySemiBold-boldItalic.fntdata"/><Relationship Id="rId43" Type="http://schemas.openxmlformats.org/officeDocument/2006/relationships/font" Target="fonts/PlayfairDisplaySemiBold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33" Type="http://schemas.openxmlformats.org/officeDocument/2006/relationships/font" Target="fonts/Montserrat-regular.fntdata"/><Relationship Id="rId32" Type="http://schemas.openxmlformats.org/officeDocument/2006/relationships/font" Target="fonts/PlayfairDisplay-boldItalic.fntdata"/><Relationship Id="rId35" Type="http://schemas.openxmlformats.org/officeDocument/2006/relationships/font" Target="fonts/Montserrat-italic.fntdata"/><Relationship Id="rId34" Type="http://schemas.openxmlformats.org/officeDocument/2006/relationships/font" Target="fonts/Montserrat-bold.fntdata"/><Relationship Id="rId37" Type="http://schemas.openxmlformats.org/officeDocument/2006/relationships/font" Target="fonts/LexendMedium-regular.fntdata"/><Relationship Id="rId36" Type="http://schemas.openxmlformats.org/officeDocument/2006/relationships/font" Target="fonts/Montserrat-boldItalic.fntdata"/><Relationship Id="rId39" Type="http://schemas.openxmlformats.org/officeDocument/2006/relationships/font" Target="fonts/Lexend-regular.fntdata"/><Relationship Id="rId38" Type="http://schemas.openxmlformats.org/officeDocument/2006/relationships/font" Target="fonts/LexendMedium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LexendSemiBold-bold.fntdata"/><Relationship Id="rId25" Type="http://schemas.openxmlformats.org/officeDocument/2006/relationships/font" Target="fonts/LexendSemiBold-regular.fntdata"/><Relationship Id="rId28" Type="http://schemas.openxmlformats.org/officeDocument/2006/relationships/font" Target="fonts/LexendLight-bold.fntdata"/><Relationship Id="rId27" Type="http://schemas.openxmlformats.org/officeDocument/2006/relationships/font" Target="fonts/LexendLight-regular.fntdata"/><Relationship Id="rId29" Type="http://schemas.openxmlformats.org/officeDocument/2006/relationships/font" Target="fonts/PlayfairDisplay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g33cdbd04344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0" name="Google Shape;2180;g33cdbd04344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33cdbd04344_7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33cdbd04344_7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33cdbd04344_7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33cdbd04344_7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g33cdbd04344_5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2" name="Google Shape;2252;g33cdbd04344_5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33cdbd04344_5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8" name="Google Shape;2268;g33cdbd04344_5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g33cdbd04344_5_2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" name="Google Shape;2290;g33cdbd04344_5_2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g33cdbd04344_5_2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8" name="Google Shape;2308;g33cdbd04344_5_2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33cdbd04344_5_2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33cdbd04344_5_2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33cdbd04344_4_3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33cdbd04344_4_3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g33cdbd04344_5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7" name="Google Shape;2367;g33cdbd04344_5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g33cdbd04344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3" name="Google Shape;2383;g33cdbd04344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g33cdbd04344_7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6" name="Google Shape;2396;g33cdbd04344_7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g2e3b7d8c4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5" name="Google Shape;2405;g2e3b7d8c4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g33cdbd04344_7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7" name="Google Shape;2417;g33cdbd04344_7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g33cdbd04344_7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3" name="Google Shape;2433;g33cdbd04344_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33cdbd04344_5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4" name="Google Shape;2464;g33cdbd04344_5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33cdbd04344_5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9" name="Google Shape;2499;g33cdbd04344_5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7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g33cdbd04344_5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9" name="Google Shape;2519;g33cdbd04344_5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900300" y="0"/>
            <a:ext cx="52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526275" y="1332150"/>
            <a:ext cx="3900600" cy="15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26275" y="2914050"/>
            <a:ext cx="3904500" cy="6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4570200" y="0"/>
            <a:ext cx="457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5226600" y="2464676"/>
            <a:ext cx="3262500" cy="7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5226600" y="3151519"/>
            <a:ext cx="3262500" cy="4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5226600" y="1564175"/>
            <a:ext cx="8193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b="1"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667500" y="539400"/>
            <a:ext cx="78090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13225" y="1203425"/>
            <a:ext cx="77175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  <a:defRPr sz="12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2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2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rabicPeriod"/>
              <a:defRPr sz="12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2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2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rabicPeriod"/>
              <a:defRPr sz="12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2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5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244988" y="1897175"/>
            <a:ext cx="3008700" cy="44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1238525" y="2595325"/>
            <a:ext cx="3008700" cy="1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4893617" y="1897175"/>
            <a:ext cx="3005400" cy="44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86911" y="2595325"/>
            <a:ext cx="3008700" cy="1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0" y="-2871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0" y="460071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5226600" y="1697150"/>
            <a:ext cx="2607600" cy="7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4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5226600" y="2393950"/>
            <a:ext cx="26076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" name="Google Shape;34;p7"/>
          <p:cNvSpPr/>
          <p:nvPr/>
        </p:nvSpPr>
        <p:spPr>
          <a:xfrm>
            <a:off x="0" y="0"/>
            <a:ext cx="457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713225" y="539500"/>
            <a:ext cx="77097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717150" y="1513950"/>
            <a:ext cx="7709700" cy="21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6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713225" y="868676"/>
            <a:ext cx="49152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714050" y="1928551"/>
            <a:ext cx="49152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278075" y="1257300"/>
            <a:ext cx="31527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1046245" y="1583450"/>
            <a:ext cx="7053300" cy="146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layfair Display"/>
              <a:buNone/>
              <a:defRPr sz="7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subTitle"/>
          </p:nvPr>
        </p:nvSpPr>
        <p:spPr>
          <a:xfrm>
            <a:off x="2360925" y="3148450"/>
            <a:ext cx="44571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5226600" y="3165693"/>
            <a:ext cx="2990100" cy="4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2" type="title"/>
          </p:nvPr>
        </p:nvSpPr>
        <p:spPr>
          <a:xfrm>
            <a:off x="5226600" y="1570701"/>
            <a:ext cx="2990100" cy="156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i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BLANK_1_1_1_1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type="title"/>
          </p:nvPr>
        </p:nvSpPr>
        <p:spPr>
          <a:xfrm>
            <a:off x="3007950" y="3159563"/>
            <a:ext cx="31281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20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4"/>
          <p:cNvSpPr txBox="1"/>
          <p:nvPr>
            <p:ph idx="2" type="title"/>
          </p:nvPr>
        </p:nvSpPr>
        <p:spPr>
          <a:xfrm>
            <a:off x="2026025" y="1491888"/>
            <a:ext cx="5091900" cy="163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BLANK_1_1_1_1_1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713225" y="2589338"/>
            <a:ext cx="31281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20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" name="Google Shape;55;p15"/>
          <p:cNvSpPr txBox="1"/>
          <p:nvPr>
            <p:ph idx="2" type="title"/>
          </p:nvPr>
        </p:nvSpPr>
        <p:spPr>
          <a:xfrm>
            <a:off x="713225" y="539500"/>
            <a:ext cx="3858900" cy="20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/>
          <p:nvPr/>
        </p:nvSpPr>
        <p:spPr>
          <a:xfrm>
            <a:off x="75" y="1514850"/>
            <a:ext cx="9144000" cy="55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6"/>
          <p:cNvSpPr/>
          <p:nvPr/>
        </p:nvSpPr>
        <p:spPr>
          <a:xfrm>
            <a:off x="75" y="3168875"/>
            <a:ext cx="9144000" cy="55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6"/>
          <p:cNvSpPr txBox="1"/>
          <p:nvPr>
            <p:ph hasCustomPrompt="1" type="title"/>
          </p:nvPr>
        </p:nvSpPr>
        <p:spPr>
          <a:xfrm rot="1973">
            <a:off x="1365600" y="146445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720000" y="236245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hasCustomPrompt="1" idx="2" type="title"/>
          </p:nvPr>
        </p:nvSpPr>
        <p:spPr>
          <a:xfrm rot="1973">
            <a:off x="1365600" y="31027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6"/>
          <p:cNvSpPr txBox="1"/>
          <p:nvPr>
            <p:ph idx="3" type="subTitle"/>
          </p:nvPr>
        </p:nvSpPr>
        <p:spPr>
          <a:xfrm>
            <a:off x="720000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hasCustomPrompt="1" idx="4" type="title"/>
          </p:nvPr>
        </p:nvSpPr>
        <p:spPr>
          <a:xfrm rot="1973">
            <a:off x="4049400" y="146445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6"/>
          <p:cNvSpPr txBox="1"/>
          <p:nvPr>
            <p:ph idx="5" type="subTitle"/>
          </p:nvPr>
        </p:nvSpPr>
        <p:spPr>
          <a:xfrm>
            <a:off x="3403800" y="236245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hasCustomPrompt="1" idx="6" type="title"/>
          </p:nvPr>
        </p:nvSpPr>
        <p:spPr>
          <a:xfrm rot="1973">
            <a:off x="4049400" y="31027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6"/>
          <p:cNvSpPr txBox="1"/>
          <p:nvPr>
            <p:ph idx="7" type="subTitle"/>
          </p:nvPr>
        </p:nvSpPr>
        <p:spPr>
          <a:xfrm>
            <a:off x="3403800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hasCustomPrompt="1" idx="8" type="title"/>
          </p:nvPr>
        </p:nvSpPr>
        <p:spPr>
          <a:xfrm rot="1973">
            <a:off x="6733200" y="146445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6"/>
          <p:cNvSpPr txBox="1"/>
          <p:nvPr>
            <p:ph idx="9" type="subTitle"/>
          </p:nvPr>
        </p:nvSpPr>
        <p:spPr>
          <a:xfrm>
            <a:off x="6087600" y="236245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hasCustomPrompt="1" idx="13" type="title"/>
          </p:nvPr>
        </p:nvSpPr>
        <p:spPr>
          <a:xfrm rot="1973">
            <a:off x="6733200" y="31027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6"/>
          <p:cNvSpPr txBox="1"/>
          <p:nvPr>
            <p:ph idx="14" type="subTitle"/>
          </p:nvPr>
        </p:nvSpPr>
        <p:spPr>
          <a:xfrm>
            <a:off x="6087600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5" type="subTitle"/>
          </p:nvPr>
        </p:nvSpPr>
        <p:spPr>
          <a:xfrm>
            <a:off x="720000" y="205725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6" type="subTitle"/>
          </p:nvPr>
        </p:nvSpPr>
        <p:spPr>
          <a:xfrm>
            <a:off x="720000" y="369570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7" type="subTitle"/>
          </p:nvPr>
        </p:nvSpPr>
        <p:spPr>
          <a:xfrm>
            <a:off x="3403800" y="205725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8" type="subTitle"/>
          </p:nvPr>
        </p:nvSpPr>
        <p:spPr>
          <a:xfrm>
            <a:off x="3403800" y="369570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19" type="subTitle"/>
          </p:nvPr>
        </p:nvSpPr>
        <p:spPr>
          <a:xfrm>
            <a:off x="6087600" y="205725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20" type="subTitle"/>
          </p:nvPr>
        </p:nvSpPr>
        <p:spPr>
          <a:xfrm>
            <a:off x="6087600" y="369570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21"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8" name="Google Shape;78;p16"/>
          <p:cNvSpPr/>
          <p:nvPr/>
        </p:nvSpPr>
        <p:spPr>
          <a:xfrm>
            <a:off x="-48450" y="-58150"/>
            <a:ext cx="9240900" cy="82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hasCustomPrompt="1" type="title"/>
          </p:nvPr>
        </p:nvSpPr>
        <p:spPr>
          <a:xfrm rot="1973">
            <a:off x="1632612" y="1627467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987013" y="236245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hasCustomPrompt="1" idx="2" type="title"/>
          </p:nvPr>
        </p:nvSpPr>
        <p:spPr>
          <a:xfrm rot="1973">
            <a:off x="1632612" y="3265717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987013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hasCustomPrompt="1" idx="4" type="title"/>
          </p:nvPr>
        </p:nvSpPr>
        <p:spPr>
          <a:xfrm rot="1973">
            <a:off x="6466187" y="1627467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7"/>
          <p:cNvSpPr txBox="1"/>
          <p:nvPr>
            <p:ph idx="5" type="subTitle"/>
          </p:nvPr>
        </p:nvSpPr>
        <p:spPr>
          <a:xfrm>
            <a:off x="5820588" y="236245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hasCustomPrompt="1" idx="6" type="title"/>
          </p:nvPr>
        </p:nvSpPr>
        <p:spPr>
          <a:xfrm rot="1973">
            <a:off x="6466187" y="3265717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7"/>
          <p:cNvSpPr txBox="1"/>
          <p:nvPr>
            <p:ph idx="7" type="subTitle"/>
          </p:nvPr>
        </p:nvSpPr>
        <p:spPr>
          <a:xfrm>
            <a:off x="5820588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8" type="subTitle"/>
          </p:nvPr>
        </p:nvSpPr>
        <p:spPr>
          <a:xfrm>
            <a:off x="987013" y="205725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9" type="subTitle"/>
          </p:nvPr>
        </p:nvSpPr>
        <p:spPr>
          <a:xfrm>
            <a:off x="987013" y="369570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13" type="subTitle"/>
          </p:nvPr>
        </p:nvSpPr>
        <p:spPr>
          <a:xfrm>
            <a:off x="5820588" y="205725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4" type="subTitle"/>
          </p:nvPr>
        </p:nvSpPr>
        <p:spPr>
          <a:xfrm>
            <a:off x="5820588" y="3695700"/>
            <a:ext cx="2336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15"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3" name="Google Shape;93;p17"/>
          <p:cNvSpPr/>
          <p:nvPr/>
        </p:nvSpPr>
        <p:spPr>
          <a:xfrm>
            <a:off x="0" y="-35875"/>
            <a:ext cx="7131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8430900" y="-18000"/>
            <a:ext cx="7131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 rot="-5400000">
            <a:off x="4284300" y="-4320387"/>
            <a:ext cx="580500" cy="914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-18068" y="-35875"/>
            <a:ext cx="7407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8421368" y="-18000"/>
            <a:ext cx="7407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APTION_ONLY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713225" y="3918500"/>
            <a:ext cx="7717500" cy="511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b="1" sz="25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/>
        </p:txBody>
      </p:sp>
      <p:sp>
        <p:nvSpPr>
          <p:cNvPr id="104" name="Google Shape;104;p20"/>
          <p:cNvSpPr/>
          <p:nvPr/>
        </p:nvSpPr>
        <p:spPr>
          <a:xfrm rot="10800000">
            <a:off x="100" y="4596068"/>
            <a:ext cx="9144000" cy="5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MAIN_POINT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1404875" y="1021350"/>
            <a:ext cx="6334200" cy="31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10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MAIN_POINT_1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713225" y="1461950"/>
            <a:ext cx="4340100" cy="22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9" name="Google Shape;109;p2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/>
          <p:nvPr/>
        </p:nvSpPr>
        <p:spPr>
          <a:xfrm>
            <a:off x="0" y="0"/>
            <a:ext cx="457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3"/>
          <p:cNvSpPr txBox="1"/>
          <p:nvPr>
            <p:ph type="title"/>
          </p:nvPr>
        </p:nvSpPr>
        <p:spPr>
          <a:xfrm>
            <a:off x="713225" y="2464676"/>
            <a:ext cx="3262500" cy="7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" type="subTitle"/>
          </p:nvPr>
        </p:nvSpPr>
        <p:spPr>
          <a:xfrm>
            <a:off x="713225" y="3151519"/>
            <a:ext cx="3262500" cy="4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hasCustomPrompt="1" idx="2" type="title"/>
          </p:nvPr>
        </p:nvSpPr>
        <p:spPr>
          <a:xfrm>
            <a:off x="3156425" y="1564175"/>
            <a:ext cx="8193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b="1"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solidFill>
          <a:schemeClr val="dk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4869188" y="2014426"/>
            <a:ext cx="3262500" cy="7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24"/>
          <p:cNvSpPr txBox="1"/>
          <p:nvPr>
            <p:ph idx="1" type="subTitle"/>
          </p:nvPr>
        </p:nvSpPr>
        <p:spPr>
          <a:xfrm>
            <a:off x="4869188" y="2701269"/>
            <a:ext cx="3262500" cy="4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9" name="Google Shape;119;p24"/>
          <p:cNvSpPr txBox="1"/>
          <p:nvPr>
            <p:ph hasCustomPrompt="1" idx="2" type="title"/>
          </p:nvPr>
        </p:nvSpPr>
        <p:spPr>
          <a:xfrm>
            <a:off x="1012313" y="1138050"/>
            <a:ext cx="3483300" cy="286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b="1" sz="20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/>
          <p:nvPr/>
        </p:nvSpPr>
        <p:spPr>
          <a:xfrm>
            <a:off x="457205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5"/>
          <p:cNvSpPr txBox="1"/>
          <p:nvPr>
            <p:ph type="title"/>
          </p:nvPr>
        </p:nvSpPr>
        <p:spPr>
          <a:xfrm>
            <a:off x="5440675" y="1569948"/>
            <a:ext cx="2990100" cy="8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b="1" sz="25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p25"/>
          <p:cNvSpPr txBox="1"/>
          <p:nvPr>
            <p:ph idx="1" type="subTitle"/>
          </p:nvPr>
        </p:nvSpPr>
        <p:spPr>
          <a:xfrm>
            <a:off x="5440525" y="2439495"/>
            <a:ext cx="2990100" cy="11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/>
          <p:nvPr/>
        </p:nvSpPr>
        <p:spPr>
          <a:xfrm>
            <a:off x="0" y="-5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6"/>
          <p:cNvSpPr txBox="1"/>
          <p:nvPr>
            <p:ph type="title"/>
          </p:nvPr>
        </p:nvSpPr>
        <p:spPr>
          <a:xfrm>
            <a:off x="713375" y="1735300"/>
            <a:ext cx="2990100" cy="57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7" name="Google Shape;127;p26"/>
          <p:cNvSpPr txBox="1"/>
          <p:nvPr>
            <p:ph idx="1" type="subTitle"/>
          </p:nvPr>
        </p:nvSpPr>
        <p:spPr>
          <a:xfrm>
            <a:off x="713225" y="2312000"/>
            <a:ext cx="2990100" cy="10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>
            <p:ph type="title"/>
          </p:nvPr>
        </p:nvSpPr>
        <p:spPr>
          <a:xfrm flipH="1">
            <a:off x="893700" y="1502750"/>
            <a:ext cx="2859000" cy="129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0" name="Google Shape;130;p27"/>
          <p:cNvSpPr txBox="1"/>
          <p:nvPr>
            <p:ph idx="1" type="subTitle"/>
          </p:nvPr>
        </p:nvSpPr>
        <p:spPr>
          <a:xfrm flipH="1">
            <a:off x="893700" y="2797725"/>
            <a:ext cx="28590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9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715403" y="1499800"/>
            <a:ext cx="3546900" cy="16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3" name="Google Shape;133;p28"/>
          <p:cNvSpPr txBox="1"/>
          <p:nvPr>
            <p:ph idx="1" type="subTitle"/>
          </p:nvPr>
        </p:nvSpPr>
        <p:spPr>
          <a:xfrm>
            <a:off x="713225" y="3070700"/>
            <a:ext cx="35469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4" name="Google Shape;134;p2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713250" y="539400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713225" y="1203425"/>
            <a:ext cx="77175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200">
                <a:solidFill>
                  <a:schemeClr val="lt1"/>
                </a:solidFill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9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/>
          <p:nvPr/>
        </p:nvSpPr>
        <p:spPr>
          <a:xfrm>
            <a:off x="2275" y="-6400"/>
            <a:ext cx="3230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0"/>
          <p:cNvSpPr/>
          <p:nvPr/>
        </p:nvSpPr>
        <p:spPr>
          <a:xfrm>
            <a:off x="5896500" y="-6400"/>
            <a:ext cx="3247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0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0"/>
          <p:cNvSpPr txBox="1"/>
          <p:nvPr>
            <p:ph type="title"/>
          </p:nvPr>
        </p:nvSpPr>
        <p:spPr>
          <a:xfrm>
            <a:off x="1851825" y="1267875"/>
            <a:ext cx="5447100" cy="21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b="1" sz="13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3" name="Google Shape;143;p30"/>
          <p:cNvSpPr txBox="1"/>
          <p:nvPr>
            <p:ph idx="1" type="subTitle"/>
          </p:nvPr>
        </p:nvSpPr>
        <p:spPr>
          <a:xfrm>
            <a:off x="1848450" y="3187125"/>
            <a:ext cx="5447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SECTION_TITLE_AND_DESCRIPTION_1">
    <p:bg>
      <p:bgPr>
        <a:solidFill>
          <a:schemeClr val="dk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1"/>
          <p:cNvSpPr txBox="1"/>
          <p:nvPr>
            <p:ph idx="1" type="body"/>
          </p:nvPr>
        </p:nvSpPr>
        <p:spPr>
          <a:xfrm>
            <a:off x="2114400" y="1928551"/>
            <a:ext cx="49152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BLANK_1_2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/>
          <p:nvPr/>
        </p:nvSpPr>
        <p:spPr>
          <a:xfrm flipH="1">
            <a:off x="0" y="0"/>
            <a:ext cx="2615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2"/>
          <p:cNvSpPr txBox="1"/>
          <p:nvPr>
            <p:ph idx="1" type="subTitle"/>
          </p:nvPr>
        </p:nvSpPr>
        <p:spPr>
          <a:xfrm flipH="1">
            <a:off x="4571571" y="2537850"/>
            <a:ext cx="3547800" cy="10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type="title"/>
          </p:nvPr>
        </p:nvSpPr>
        <p:spPr>
          <a:xfrm flipH="1">
            <a:off x="4571571" y="1595850"/>
            <a:ext cx="3545400" cy="9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/>
        </p:txBody>
      </p:sp>
      <p:sp>
        <p:nvSpPr>
          <p:cNvPr id="152" name="Google Shape;152;p32"/>
          <p:cNvSpPr/>
          <p:nvPr>
            <p:ph idx="2" type="pic"/>
          </p:nvPr>
        </p:nvSpPr>
        <p:spPr>
          <a:xfrm>
            <a:off x="1031350" y="539500"/>
            <a:ext cx="3185400" cy="40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/>
          <p:nvPr/>
        </p:nvSpPr>
        <p:spPr>
          <a:xfrm flipH="1">
            <a:off x="8430850" y="-35875"/>
            <a:ext cx="7131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BLANK_1_2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/>
          <p:nvPr/>
        </p:nvSpPr>
        <p:spPr>
          <a:xfrm>
            <a:off x="75" y="-64600"/>
            <a:ext cx="9144000" cy="603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3"/>
          <p:cNvSpPr/>
          <p:nvPr/>
        </p:nvSpPr>
        <p:spPr>
          <a:xfrm rot="10800000">
            <a:off x="100" y="4590046"/>
            <a:ext cx="9144000" cy="5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3"/>
          <p:cNvSpPr txBox="1"/>
          <p:nvPr>
            <p:ph idx="1" type="subTitle"/>
          </p:nvPr>
        </p:nvSpPr>
        <p:spPr>
          <a:xfrm flipH="1">
            <a:off x="4837463" y="3437225"/>
            <a:ext cx="3150300" cy="100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type="title"/>
          </p:nvPr>
        </p:nvSpPr>
        <p:spPr>
          <a:xfrm flipH="1">
            <a:off x="1156188" y="3471125"/>
            <a:ext cx="35454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/>
        </p:txBody>
      </p:sp>
      <p:sp>
        <p:nvSpPr>
          <p:cNvPr id="159" name="Google Shape;159;p33"/>
          <p:cNvSpPr/>
          <p:nvPr>
            <p:ph idx="2" type="pic"/>
          </p:nvPr>
        </p:nvSpPr>
        <p:spPr>
          <a:xfrm>
            <a:off x="713225" y="910400"/>
            <a:ext cx="7717500" cy="24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SECTION_TITLE_AND_DESCRIPTION_1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4"/>
          <p:cNvSpPr txBox="1"/>
          <p:nvPr>
            <p:ph idx="1" type="subTitle"/>
          </p:nvPr>
        </p:nvSpPr>
        <p:spPr>
          <a:xfrm>
            <a:off x="1622550" y="3934425"/>
            <a:ext cx="58989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3" name="Google Shape;163;p34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2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idx="1" type="subTitle"/>
          </p:nvPr>
        </p:nvSpPr>
        <p:spPr>
          <a:xfrm>
            <a:off x="1244988" y="1897175"/>
            <a:ext cx="3008700" cy="44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6" name="Google Shape;166;p35"/>
          <p:cNvSpPr txBox="1"/>
          <p:nvPr>
            <p:ph idx="2" type="subTitle"/>
          </p:nvPr>
        </p:nvSpPr>
        <p:spPr>
          <a:xfrm>
            <a:off x="1238525" y="2595325"/>
            <a:ext cx="3008700" cy="1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7" name="Google Shape;167;p35"/>
          <p:cNvSpPr txBox="1"/>
          <p:nvPr>
            <p:ph idx="3" type="subTitle"/>
          </p:nvPr>
        </p:nvSpPr>
        <p:spPr>
          <a:xfrm>
            <a:off x="4893617" y="1897175"/>
            <a:ext cx="3005400" cy="44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8" name="Google Shape;168;p35"/>
          <p:cNvSpPr txBox="1"/>
          <p:nvPr>
            <p:ph idx="4" type="subTitle"/>
          </p:nvPr>
        </p:nvSpPr>
        <p:spPr>
          <a:xfrm>
            <a:off x="4886911" y="2595325"/>
            <a:ext cx="3008700" cy="1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9" name="Google Shape;169;p35"/>
          <p:cNvSpPr/>
          <p:nvPr/>
        </p:nvSpPr>
        <p:spPr>
          <a:xfrm>
            <a:off x="-32400" y="-28700"/>
            <a:ext cx="92088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5"/>
          <p:cNvSpPr/>
          <p:nvPr/>
        </p:nvSpPr>
        <p:spPr>
          <a:xfrm rot="10800000">
            <a:off x="-79050" y="4606700"/>
            <a:ext cx="9302100" cy="5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5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BODY_1_1">
    <p:bg>
      <p:bgPr>
        <a:solidFill>
          <a:schemeClr val="dk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/>
          <p:nvPr>
            <p:ph idx="1" type="body"/>
          </p:nvPr>
        </p:nvSpPr>
        <p:spPr>
          <a:xfrm>
            <a:off x="713225" y="1203425"/>
            <a:ext cx="37920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200">
                <a:solidFill>
                  <a:schemeClr val="lt1"/>
                </a:solidFill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36"/>
          <p:cNvSpPr txBox="1"/>
          <p:nvPr>
            <p:ph idx="2" type="body"/>
          </p:nvPr>
        </p:nvSpPr>
        <p:spPr>
          <a:xfrm>
            <a:off x="4638775" y="1203425"/>
            <a:ext cx="3792000" cy="26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200">
                <a:solidFill>
                  <a:schemeClr val="lt1"/>
                </a:solidFill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36"/>
          <p:cNvSpPr txBox="1"/>
          <p:nvPr>
            <p:ph type="title"/>
          </p:nvPr>
        </p:nvSpPr>
        <p:spPr>
          <a:xfrm>
            <a:off x="713250" y="539400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7"/>
          <p:cNvSpPr txBox="1"/>
          <p:nvPr>
            <p:ph idx="1" type="subTitle"/>
          </p:nvPr>
        </p:nvSpPr>
        <p:spPr>
          <a:xfrm>
            <a:off x="710438" y="1819723"/>
            <a:ext cx="2314500" cy="5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8" name="Google Shape;178;p37"/>
          <p:cNvSpPr txBox="1"/>
          <p:nvPr>
            <p:ph idx="2" type="subTitle"/>
          </p:nvPr>
        </p:nvSpPr>
        <p:spPr>
          <a:xfrm>
            <a:off x="710438" y="2594048"/>
            <a:ext cx="2314500" cy="13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9" name="Google Shape;179;p37"/>
          <p:cNvSpPr txBox="1"/>
          <p:nvPr>
            <p:ph idx="3" type="subTitle"/>
          </p:nvPr>
        </p:nvSpPr>
        <p:spPr>
          <a:xfrm>
            <a:off x="3414747" y="1819723"/>
            <a:ext cx="2311800" cy="5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0" name="Google Shape;180;p37"/>
          <p:cNvSpPr txBox="1"/>
          <p:nvPr>
            <p:ph idx="4" type="subTitle"/>
          </p:nvPr>
        </p:nvSpPr>
        <p:spPr>
          <a:xfrm>
            <a:off x="3414744" y="2594048"/>
            <a:ext cx="2314500" cy="13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1" name="Google Shape;181;p37"/>
          <p:cNvSpPr txBox="1"/>
          <p:nvPr>
            <p:ph idx="5" type="subTitle"/>
          </p:nvPr>
        </p:nvSpPr>
        <p:spPr>
          <a:xfrm>
            <a:off x="6117622" y="1819723"/>
            <a:ext cx="2311800" cy="5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2" name="Google Shape;182;p37"/>
          <p:cNvSpPr txBox="1"/>
          <p:nvPr>
            <p:ph idx="6" type="subTitle"/>
          </p:nvPr>
        </p:nvSpPr>
        <p:spPr>
          <a:xfrm>
            <a:off x="6116272" y="2594048"/>
            <a:ext cx="2314500" cy="13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3" name="Google Shape;183;p37"/>
          <p:cNvSpPr/>
          <p:nvPr/>
        </p:nvSpPr>
        <p:spPr>
          <a:xfrm>
            <a:off x="75" y="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7"/>
          <p:cNvSpPr/>
          <p:nvPr/>
        </p:nvSpPr>
        <p:spPr>
          <a:xfrm rot="10800000">
            <a:off x="100" y="4578000"/>
            <a:ext cx="9144000" cy="5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7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6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/>
          <p:nvPr/>
        </p:nvSpPr>
        <p:spPr>
          <a:xfrm>
            <a:off x="5980675" y="2016425"/>
            <a:ext cx="2450100" cy="258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8"/>
          <p:cNvSpPr/>
          <p:nvPr/>
        </p:nvSpPr>
        <p:spPr>
          <a:xfrm>
            <a:off x="3345600" y="2016425"/>
            <a:ext cx="2450100" cy="258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9" name="Google Shape;189;p38"/>
          <p:cNvSpPr/>
          <p:nvPr/>
        </p:nvSpPr>
        <p:spPr>
          <a:xfrm>
            <a:off x="710525" y="2016425"/>
            <a:ext cx="2450100" cy="258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0" name="Google Shape;190;p38"/>
          <p:cNvSpPr txBox="1"/>
          <p:nvPr>
            <p:ph idx="1" type="subTitle"/>
          </p:nvPr>
        </p:nvSpPr>
        <p:spPr>
          <a:xfrm>
            <a:off x="778250" y="2587750"/>
            <a:ext cx="23145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1" name="Google Shape;191;p38"/>
          <p:cNvSpPr txBox="1"/>
          <p:nvPr>
            <p:ph idx="2" type="subTitle"/>
          </p:nvPr>
        </p:nvSpPr>
        <p:spPr>
          <a:xfrm>
            <a:off x="778425" y="2999699"/>
            <a:ext cx="23145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2" name="Google Shape;192;p38"/>
          <p:cNvSpPr txBox="1"/>
          <p:nvPr>
            <p:ph idx="3" type="subTitle"/>
          </p:nvPr>
        </p:nvSpPr>
        <p:spPr>
          <a:xfrm>
            <a:off x="3414748" y="2587750"/>
            <a:ext cx="23118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3" name="Google Shape;193;p38"/>
          <p:cNvSpPr txBox="1"/>
          <p:nvPr>
            <p:ph idx="4" type="subTitle"/>
          </p:nvPr>
        </p:nvSpPr>
        <p:spPr>
          <a:xfrm>
            <a:off x="3414745" y="2999699"/>
            <a:ext cx="23145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4" name="Google Shape;194;p38"/>
          <p:cNvSpPr txBox="1"/>
          <p:nvPr>
            <p:ph idx="5" type="subTitle"/>
          </p:nvPr>
        </p:nvSpPr>
        <p:spPr>
          <a:xfrm>
            <a:off x="6051100" y="2587750"/>
            <a:ext cx="23118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5" name="Google Shape;195;p38"/>
          <p:cNvSpPr txBox="1"/>
          <p:nvPr>
            <p:ph idx="6" type="subTitle"/>
          </p:nvPr>
        </p:nvSpPr>
        <p:spPr>
          <a:xfrm>
            <a:off x="6051099" y="2999699"/>
            <a:ext cx="23145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667500" y="868680"/>
            <a:ext cx="7809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8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>
            <p:ph idx="1" type="subTitle"/>
          </p:nvPr>
        </p:nvSpPr>
        <p:spPr>
          <a:xfrm>
            <a:off x="2780375" y="1687175"/>
            <a:ext cx="18588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9" name="Google Shape;199;p39"/>
          <p:cNvSpPr txBox="1"/>
          <p:nvPr>
            <p:ph idx="2" type="subTitle"/>
          </p:nvPr>
        </p:nvSpPr>
        <p:spPr>
          <a:xfrm>
            <a:off x="4739163" y="1615628"/>
            <a:ext cx="2314500" cy="5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0" name="Google Shape;200;p39"/>
          <p:cNvSpPr/>
          <p:nvPr/>
        </p:nvSpPr>
        <p:spPr>
          <a:xfrm>
            <a:off x="0" y="-22125"/>
            <a:ext cx="9162000" cy="5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9"/>
          <p:cNvSpPr/>
          <p:nvPr/>
        </p:nvSpPr>
        <p:spPr>
          <a:xfrm>
            <a:off x="0" y="4572000"/>
            <a:ext cx="9162000" cy="5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9"/>
          <p:cNvSpPr txBox="1"/>
          <p:nvPr>
            <p:ph idx="3" type="subTitle"/>
          </p:nvPr>
        </p:nvSpPr>
        <p:spPr>
          <a:xfrm>
            <a:off x="2780375" y="3759850"/>
            <a:ext cx="18588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3" name="Google Shape;203;p39"/>
          <p:cNvSpPr txBox="1"/>
          <p:nvPr>
            <p:ph idx="4" type="subTitle"/>
          </p:nvPr>
        </p:nvSpPr>
        <p:spPr>
          <a:xfrm>
            <a:off x="4739163" y="3688303"/>
            <a:ext cx="2314500" cy="5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5" type="subTitle"/>
          </p:nvPr>
        </p:nvSpPr>
        <p:spPr>
          <a:xfrm>
            <a:off x="2780375" y="2723513"/>
            <a:ext cx="18588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5" name="Google Shape;205;p39"/>
          <p:cNvSpPr txBox="1"/>
          <p:nvPr>
            <p:ph idx="6" type="subTitle"/>
          </p:nvPr>
        </p:nvSpPr>
        <p:spPr>
          <a:xfrm>
            <a:off x="4739163" y="2651966"/>
            <a:ext cx="2314500" cy="5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6" name="Google Shape;206;p39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/>
          <p:nvPr/>
        </p:nvSpPr>
        <p:spPr>
          <a:xfrm>
            <a:off x="-100" y="3145988"/>
            <a:ext cx="9144000" cy="94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0"/>
          <p:cNvSpPr/>
          <p:nvPr/>
        </p:nvSpPr>
        <p:spPr>
          <a:xfrm>
            <a:off x="-100" y="1751338"/>
            <a:ext cx="9144000" cy="94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0"/>
          <p:cNvSpPr txBox="1"/>
          <p:nvPr>
            <p:ph idx="1" type="subTitle"/>
          </p:nvPr>
        </p:nvSpPr>
        <p:spPr>
          <a:xfrm>
            <a:off x="1119675" y="2075938"/>
            <a:ext cx="28671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0"/>
          <p:cNvSpPr txBox="1"/>
          <p:nvPr>
            <p:ph idx="2" type="subTitle"/>
          </p:nvPr>
        </p:nvSpPr>
        <p:spPr>
          <a:xfrm>
            <a:off x="5157251" y="2075938"/>
            <a:ext cx="28671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0"/>
          <p:cNvSpPr txBox="1"/>
          <p:nvPr>
            <p:ph idx="3" type="subTitle"/>
          </p:nvPr>
        </p:nvSpPr>
        <p:spPr>
          <a:xfrm>
            <a:off x="1119675" y="3470575"/>
            <a:ext cx="28671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0"/>
          <p:cNvSpPr txBox="1"/>
          <p:nvPr>
            <p:ph idx="4" type="subTitle"/>
          </p:nvPr>
        </p:nvSpPr>
        <p:spPr>
          <a:xfrm>
            <a:off x="5157251" y="3470575"/>
            <a:ext cx="28671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0"/>
          <p:cNvSpPr txBox="1"/>
          <p:nvPr>
            <p:ph idx="5" type="subTitle"/>
          </p:nvPr>
        </p:nvSpPr>
        <p:spPr>
          <a:xfrm>
            <a:off x="1119650" y="1745638"/>
            <a:ext cx="2867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6" type="subTitle"/>
          </p:nvPr>
        </p:nvSpPr>
        <p:spPr>
          <a:xfrm>
            <a:off x="1119650" y="3140325"/>
            <a:ext cx="2867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40"/>
          <p:cNvSpPr txBox="1"/>
          <p:nvPr>
            <p:ph idx="7" type="subTitle"/>
          </p:nvPr>
        </p:nvSpPr>
        <p:spPr>
          <a:xfrm>
            <a:off x="5157250" y="1745638"/>
            <a:ext cx="2867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" name="Google Shape;217;p40"/>
          <p:cNvSpPr txBox="1"/>
          <p:nvPr>
            <p:ph idx="8" type="subTitle"/>
          </p:nvPr>
        </p:nvSpPr>
        <p:spPr>
          <a:xfrm>
            <a:off x="5157250" y="3140325"/>
            <a:ext cx="2867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40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bg>
      <p:bgPr>
        <a:solidFill>
          <a:schemeClr val="dk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1"/>
          <p:cNvSpPr txBox="1"/>
          <p:nvPr>
            <p:ph idx="1" type="subTitle"/>
          </p:nvPr>
        </p:nvSpPr>
        <p:spPr>
          <a:xfrm>
            <a:off x="872400" y="21782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1"/>
          <p:cNvSpPr txBox="1"/>
          <p:nvPr>
            <p:ph idx="2" type="subTitle"/>
          </p:nvPr>
        </p:nvSpPr>
        <p:spPr>
          <a:xfrm>
            <a:off x="3419271" y="21782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1"/>
          <p:cNvSpPr txBox="1"/>
          <p:nvPr>
            <p:ph idx="3" type="subTitle"/>
          </p:nvPr>
        </p:nvSpPr>
        <p:spPr>
          <a:xfrm>
            <a:off x="2145838" y="35118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1"/>
          <p:cNvSpPr txBox="1"/>
          <p:nvPr>
            <p:ph idx="4" type="subTitle"/>
          </p:nvPr>
        </p:nvSpPr>
        <p:spPr>
          <a:xfrm>
            <a:off x="4692709" y="35118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1"/>
          <p:cNvSpPr txBox="1"/>
          <p:nvPr>
            <p:ph idx="5" type="subTitle"/>
          </p:nvPr>
        </p:nvSpPr>
        <p:spPr>
          <a:xfrm>
            <a:off x="5966150" y="21782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1"/>
          <p:cNvSpPr txBox="1"/>
          <p:nvPr>
            <p:ph idx="6" type="subTitle"/>
          </p:nvPr>
        </p:nvSpPr>
        <p:spPr>
          <a:xfrm>
            <a:off x="872400" y="1878725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41"/>
          <p:cNvSpPr txBox="1"/>
          <p:nvPr>
            <p:ph idx="7" type="subTitle"/>
          </p:nvPr>
        </p:nvSpPr>
        <p:spPr>
          <a:xfrm>
            <a:off x="3419275" y="1878725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41"/>
          <p:cNvSpPr txBox="1"/>
          <p:nvPr>
            <p:ph idx="8" type="subTitle"/>
          </p:nvPr>
        </p:nvSpPr>
        <p:spPr>
          <a:xfrm>
            <a:off x="5966150" y="1878725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41"/>
          <p:cNvSpPr txBox="1"/>
          <p:nvPr>
            <p:ph idx="9" type="subTitle"/>
          </p:nvPr>
        </p:nvSpPr>
        <p:spPr>
          <a:xfrm>
            <a:off x="2145850" y="3212100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41"/>
          <p:cNvSpPr txBox="1"/>
          <p:nvPr>
            <p:ph idx="13" type="subTitle"/>
          </p:nvPr>
        </p:nvSpPr>
        <p:spPr>
          <a:xfrm>
            <a:off x="4692700" y="3212100"/>
            <a:ext cx="2305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41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/>
          <p:nvPr/>
        </p:nvSpPr>
        <p:spPr>
          <a:xfrm>
            <a:off x="3328950" y="3221536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2"/>
          <p:cNvSpPr/>
          <p:nvPr/>
        </p:nvSpPr>
        <p:spPr>
          <a:xfrm>
            <a:off x="5944675" y="3221536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2"/>
          <p:cNvSpPr/>
          <p:nvPr/>
        </p:nvSpPr>
        <p:spPr>
          <a:xfrm>
            <a:off x="713225" y="3221536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2"/>
          <p:cNvSpPr/>
          <p:nvPr/>
        </p:nvSpPr>
        <p:spPr>
          <a:xfrm>
            <a:off x="3328950" y="1658400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2"/>
          <p:cNvSpPr/>
          <p:nvPr/>
        </p:nvSpPr>
        <p:spPr>
          <a:xfrm>
            <a:off x="5944675" y="1658400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2"/>
          <p:cNvSpPr/>
          <p:nvPr/>
        </p:nvSpPr>
        <p:spPr>
          <a:xfrm>
            <a:off x="713225" y="1658400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2"/>
          <p:cNvSpPr txBox="1"/>
          <p:nvPr>
            <p:ph idx="1" type="subTitle"/>
          </p:nvPr>
        </p:nvSpPr>
        <p:spPr>
          <a:xfrm>
            <a:off x="713225" y="1852939"/>
            <a:ext cx="2486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2"/>
          <p:cNvSpPr txBox="1"/>
          <p:nvPr>
            <p:ph idx="2" type="subTitle"/>
          </p:nvPr>
        </p:nvSpPr>
        <p:spPr>
          <a:xfrm>
            <a:off x="713225" y="2258539"/>
            <a:ext cx="2486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3" type="subTitle"/>
          </p:nvPr>
        </p:nvSpPr>
        <p:spPr>
          <a:xfrm>
            <a:off x="3328950" y="1852939"/>
            <a:ext cx="2486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2"/>
          <p:cNvSpPr txBox="1"/>
          <p:nvPr>
            <p:ph idx="4" type="subTitle"/>
          </p:nvPr>
        </p:nvSpPr>
        <p:spPr>
          <a:xfrm>
            <a:off x="3328950" y="2258539"/>
            <a:ext cx="2486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5" type="subTitle"/>
          </p:nvPr>
        </p:nvSpPr>
        <p:spPr>
          <a:xfrm>
            <a:off x="5944675" y="1852939"/>
            <a:ext cx="2486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2"/>
          <p:cNvSpPr txBox="1"/>
          <p:nvPr>
            <p:ph idx="6" type="subTitle"/>
          </p:nvPr>
        </p:nvSpPr>
        <p:spPr>
          <a:xfrm>
            <a:off x="5944675" y="2258539"/>
            <a:ext cx="2486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7" type="subTitle"/>
          </p:nvPr>
        </p:nvSpPr>
        <p:spPr>
          <a:xfrm>
            <a:off x="713225" y="3416075"/>
            <a:ext cx="2486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2"/>
          <p:cNvSpPr txBox="1"/>
          <p:nvPr>
            <p:ph idx="8" type="subTitle"/>
          </p:nvPr>
        </p:nvSpPr>
        <p:spPr>
          <a:xfrm>
            <a:off x="713225" y="3821675"/>
            <a:ext cx="2486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9" type="subTitle"/>
          </p:nvPr>
        </p:nvSpPr>
        <p:spPr>
          <a:xfrm>
            <a:off x="3328950" y="3416075"/>
            <a:ext cx="2486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2"/>
          <p:cNvSpPr txBox="1"/>
          <p:nvPr>
            <p:ph idx="13" type="subTitle"/>
          </p:nvPr>
        </p:nvSpPr>
        <p:spPr>
          <a:xfrm>
            <a:off x="3328950" y="3821675"/>
            <a:ext cx="2486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14" type="subTitle"/>
          </p:nvPr>
        </p:nvSpPr>
        <p:spPr>
          <a:xfrm>
            <a:off x="5944675" y="3416075"/>
            <a:ext cx="2486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2"/>
          <p:cNvSpPr txBox="1"/>
          <p:nvPr>
            <p:ph idx="15" type="subTitle"/>
          </p:nvPr>
        </p:nvSpPr>
        <p:spPr>
          <a:xfrm>
            <a:off x="5944675" y="3821675"/>
            <a:ext cx="24861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2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idx="1" type="subTitle"/>
          </p:nvPr>
        </p:nvSpPr>
        <p:spPr>
          <a:xfrm>
            <a:off x="3581207" y="1678400"/>
            <a:ext cx="1981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43"/>
          <p:cNvSpPr txBox="1"/>
          <p:nvPr>
            <p:ph idx="2" type="subTitle"/>
          </p:nvPr>
        </p:nvSpPr>
        <p:spPr>
          <a:xfrm>
            <a:off x="6060025" y="1589600"/>
            <a:ext cx="23706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5" name="Google Shape;255;p43"/>
          <p:cNvSpPr txBox="1"/>
          <p:nvPr>
            <p:ph idx="3" type="subTitle"/>
          </p:nvPr>
        </p:nvSpPr>
        <p:spPr>
          <a:xfrm>
            <a:off x="3581207" y="2163725"/>
            <a:ext cx="1981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6" name="Google Shape;256;p43"/>
          <p:cNvSpPr txBox="1"/>
          <p:nvPr>
            <p:ph idx="4" type="subTitle"/>
          </p:nvPr>
        </p:nvSpPr>
        <p:spPr>
          <a:xfrm>
            <a:off x="713375" y="2074925"/>
            <a:ext cx="23706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5" type="subTitle"/>
          </p:nvPr>
        </p:nvSpPr>
        <p:spPr>
          <a:xfrm>
            <a:off x="3581207" y="2649050"/>
            <a:ext cx="1981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3"/>
          <p:cNvSpPr txBox="1"/>
          <p:nvPr>
            <p:ph idx="6" type="subTitle"/>
          </p:nvPr>
        </p:nvSpPr>
        <p:spPr>
          <a:xfrm>
            <a:off x="6060025" y="2560250"/>
            <a:ext cx="23706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9" name="Google Shape;259;p43"/>
          <p:cNvSpPr txBox="1"/>
          <p:nvPr>
            <p:ph idx="7" type="subTitle"/>
          </p:nvPr>
        </p:nvSpPr>
        <p:spPr>
          <a:xfrm>
            <a:off x="3581207" y="3134375"/>
            <a:ext cx="1981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0" name="Google Shape;260;p43"/>
          <p:cNvSpPr txBox="1"/>
          <p:nvPr>
            <p:ph idx="8" type="subTitle"/>
          </p:nvPr>
        </p:nvSpPr>
        <p:spPr>
          <a:xfrm>
            <a:off x="713375" y="3045575"/>
            <a:ext cx="23706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1" name="Google Shape;261;p43"/>
          <p:cNvSpPr txBox="1"/>
          <p:nvPr>
            <p:ph idx="9" type="subTitle"/>
          </p:nvPr>
        </p:nvSpPr>
        <p:spPr>
          <a:xfrm>
            <a:off x="3581207" y="3619700"/>
            <a:ext cx="1981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2" name="Google Shape;262;p43"/>
          <p:cNvSpPr txBox="1"/>
          <p:nvPr>
            <p:ph idx="13" type="subTitle"/>
          </p:nvPr>
        </p:nvSpPr>
        <p:spPr>
          <a:xfrm>
            <a:off x="6060025" y="3530900"/>
            <a:ext cx="23706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3" name="Google Shape;263;p43"/>
          <p:cNvSpPr txBox="1"/>
          <p:nvPr>
            <p:ph idx="14" type="subTitle"/>
          </p:nvPr>
        </p:nvSpPr>
        <p:spPr>
          <a:xfrm>
            <a:off x="3581188" y="4105025"/>
            <a:ext cx="1981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4" name="Google Shape;264;p43"/>
          <p:cNvSpPr txBox="1"/>
          <p:nvPr>
            <p:ph idx="15" type="subTitle"/>
          </p:nvPr>
        </p:nvSpPr>
        <p:spPr>
          <a:xfrm>
            <a:off x="713375" y="4016225"/>
            <a:ext cx="2370600" cy="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5" name="Google Shape;265;p43"/>
          <p:cNvSpPr txBox="1"/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6" name="Google Shape;266;p43"/>
          <p:cNvSpPr/>
          <p:nvPr/>
        </p:nvSpPr>
        <p:spPr>
          <a:xfrm>
            <a:off x="75" y="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3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/>
          <p:nvPr/>
        </p:nvSpPr>
        <p:spPr>
          <a:xfrm>
            <a:off x="2275" y="-6400"/>
            <a:ext cx="3230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4"/>
          <p:cNvSpPr/>
          <p:nvPr/>
        </p:nvSpPr>
        <p:spPr>
          <a:xfrm>
            <a:off x="5896500" y="-6400"/>
            <a:ext cx="3247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4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4"/>
          <p:cNvSpPr txBox="1"/>
          <p:nvPr>
            <p:ph hasCustomPrompt="1" type="title"/>
          </p:nvPr>
        </p:nvSpPr>
        <p:spPr>
          <a:xfrm>
            <a:off x="1493150" y="2113225"/>
            <a:ext cx="2964000" cy="146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44"/>
          <p:cNvSpPr txBox="1"/>
          <p:nvPr>
            <p:ph idx="1" type="subTitle"/>
          </p:nvPr>
        </p:nvSpPr>
        <p:spPr>
          <a:xfrm>
            <a:off x="1493300" y="3521975"/>
            <a:ext cx="29640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hasCustomPrompt="1" idx="2" type="title"/>
          </p:nvPr>
        </p:nvSpPr>
        <p:spPr>
          <a:xfrm>
            <a:off x="4686675" y="2113225"/>
            <a:ext cx="2964000" cy="146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44"/>
          <p:cNvSpPr txBox="1"/>
          <p:nvPr>
            <p:ph idx="3" type="subTitle"/>
          </p:nvPr>
        </p:nvSpPr>
        <p:spPr>
          <a:xfrm>
            <a:off x="4686825" y="3521975"/>
            <a:ext cx="29640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4"/>
          <p:cNvSpPr txBox="1"/>
          <p:nvPr>
            <p:ph idx="4"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idx="1" type="subTitle"/>
          </p:nvPr>
        </p:nvSpPr>
        <p:spPr>
          <a:xfrm>
            <a:off x="2088025" y="1318738"/>
            <a:ext cx="3904500" cy="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78" name="Google Shape;278;p45"/>
          <p:cNvSpPr txBox="1"/>
          <p:nvPr>
            <p:ph idx="2" type="subTitle"/>
          </p:nvPr>
        </p:nvSpPr>
        <p:spPr>
          <a:xfrm>
            <a:off x="3002425" y="2753213"/>
            <a:ext cx="3904500" cy="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79" name="Google Shape;279;p45"/>
          <p:cNvSpPr txBox="1"/>
          <p:nvPr>
            <p:ph idx="3" type="subTitle"/>
          </p:nvPr>
        </p:nvSpPr>
        <p:spPr>
          <a:xfrm>
            <a:off x="3916825" y="4187675"/>
            <a:ext cx="3904500" cy="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80" name="Google Shape;280;p45"/>
          <p:cNvSpPr/>
          <p:nvPr/>
        </p:nvSpPr>
        <p:spPr>
          <a:xfrm>
            <a:off x="0" y="0"/>
            <a:ext cx="1593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5"/>
          <p:cNvSpPr txBox="1"/>
          <p:nvPr>
            <p:ph hasCustomPrompt="1" type="title"/>
          </p:nvPr>
        </p:nvSpPr>
        <p:spPr>
          <a:xfrm>
            <a:off x="2088025" y="601525"/>
            <a:ext cx="3904500" cy="7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82" name="Google Shape;282;p45"/>
          <p:cNvSpPr txBox="1"/>
          <p:nvPr>
            <p:ph hasCustomPrompt="1" idx="4" type="title"/>
          </p:nvPr>
        </p:nvSpPr>
        <p:spPr>
          <a:xfrm>
            <a:off x="3002425" y="2035913"/>
            <a:ext cx="3904500" cy="7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83" name="Google Shape;283;p45"/>
          <p:cNvSpPr txBox="1"/>
          <p:nvPr>
            <p:ph hasCustomPrompt="1" idx="5" type="title"/>
          </p:nvPr>
        </p:nvSpPr>
        <p:spPr>
          <a:xfrm>
            <a:off x="3916825" y="3470375"/>
            <a:ext cx="3904500" cy="7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17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/>
          <p:nvPr/>
        </p:nvSpPr>
        <p:spPr>
          <a:xfrm>
            <a:off x="3233275" y="0"/>
            <a:ext cx="59106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6"/>
          <p:cNvSpPr/>
          <p:nvPr/>
        </p:nvSpPr>
        <p:spPr>
          <a:xfrm>
            <a:off x="0" y="571500"/>
            <a:ext cx="6522300" cy="400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6"/>
          <p:cNvSpPr txBox="1"/>
          <p:nvPr>
            <p:ph hasCustomPrompt="1" type="title"/>
          </p:nvPr>
        </p:nvSpPr>
        <p:spPr>
          <a:xfrm>
            <a:off x="713225" y="1739563"/>
            <a:ext cx="5465400" cy="125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88" name="Google Shape;288;p46"/>
          <p:cNvSpPr txBox="1"/>
          <p:nvPr>
            <p:ph idx="1" type="subTitle"/>
          </p:nvPr>
        </p:nvSpPr>
        <p:spPr>
          <a:xfrm>
            <a:off x="1366225" y="2997688"/>
            <a:ext cx="4159500" cy="4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20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idx="1" type="subTitle"/>
          </p:nvPr>
        </p:nvSpPr>
        <p:spPr>
          <a:xfrm>
            <a:off x="5872226" y="1130950"/>
            <a:ext cx="2558700" cy="64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1" name="Google Shape;291;p47"/>
          <p:cNvSpPr txBox="1"/>
          <p:nvPr>
            <p:ph idx="2" type="subTitle"/>
          </p:nvPr>
        </p:nvSpPr>
        <p:spPr>
          <a:xfrm>
            <a:off x="5872226" y="3701950"/>
            <a:ext cx="2558700" cy="64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2" name="Google Shape;292;p47"/>
          <p:cNvSpPr txBox="1"/>
          <p:nvPr>
            <p:ph idx="3" type="subTitle"/>
          </p:nvPr>
        </p:nvSpPr>
        <p:spPr>
          <a:xfrm>
            <a:off x="5872226" y="2416450"/>
            <a:ext cx="2558700" cy="64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3" name="Google Shape;293;p47"/>
          <p:cNvSpPr txBox="1"/>
          <p:nvPr>
            <p:ph hasCustomPrompt="1" type="title"/>
          </p:nvPr>
        </p:nvSpPr>
        <p:spPr>
          <a:xfrm>
            <a:off x="3421825" y="571500"/>
            <a:ext cx="2316000" cy="14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94" name="Google Shape;294;p47"/>
          <p:cNvSpPr txBox="1"/>
          <p:nvPr>
            <p:ph hasCustomPrompt="1" idx="4" type="title"/>
          </p:nvPr>
        </p:nvSpPr>
        <p:spPr>
          <a:xfrm>
            <a:off x="3421825" y="1857000"/>
            <a:ext cx="2316000" cy="14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95" name="Google Shape;295;p47"/>
          <p:cNvSpPr txBox="1"/>
          <p:nvPr>
            <p:ph hasCustomPrompt="1" idx="5" type="title"/>
          </p:nvPr>
        </p:nvSpPr>
        <p:spPr>
          <a:xfrm>
            <a:off x="3421825" y="3142500"/>
            <a:ext cx="2316000" cy="14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96" name="Google Shape;296;p47"/>
          <p:cNvSpPr/>
          <p:nvPr/>
        </p:nvSpPr>
        <p:spPr>
          <a:xfrm>
            <a:off x="-9100" y="0"/>
            <a:ext cx="3242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4">
  <p:cSld name="TITLE_AND_TWO_COLUMNS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/>
          <p:nvPr/>
        </p:nvSpPr>
        <p:spPr>
          <a:xfrm>
            <a:off x="0" y="-22125"/>
            <a:ext cx="9162000" cy="5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8"/>
          <p:cNvSpPr/>
          <p:nvPr/>
        </p:nvSpPr>
        <p:spPr>
          <a:xfrm>
            <a:off x="0" y="-35875"/>
            <a:ext cx="7152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8"/>
          <p:cNvSpPr/>
          <p:nvPr/>
        </p:nvSpPr>
        <p:spPr>
          <a:xfrm>
            <a:off x="8428800" y="-18000"/>
            <a:ext cx="7152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8"/>
          <p:cNvSpPr txBox="1"/>
          <p:nvPr>
            <p:ph idx="1" type="subTitle"/>
          </p:nvPr>
        </p:nvSpPr>
        <p:spPr>
          <a:xfrm>
            <a:off x="715125" y="4002275"/>
            <a:ext cx="22656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48"/>
          <p:cNvSpPr txBox="1"/>
          <p:nvPr>
            <p:ph idx="2" type="subTitle"/>
          </p:nvPr>
        </p:nvSpPr>
        <p:spPr>
          <a:xfrm>
            <a:off x="3152788" y="4002275"/>
            <a:ext cx="2265600" cy="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48"/>
          <p:cNvSpPr txBox="1"/>
          <p:nvPr>
            <p:ph hasCustomPrompt="1" type="title"/>
          </p:nvPr>
        </p:nvSpPr>
        <p:spPr>
          <a:xfrm>
            <a:off x="977775" y="1923282"/>
            <a:ext cx="1740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48"/>
          <p:cNvSpPr txBox="1"/>
          <p:nvPr>
            <p:ph hasCustomPrompt="1" idx="3" type="title"/>
          </p:nvPr>
        </p:nvSpPr>
        <p:spPr>
          <a:xfrm>
            <a:off x="3415413" y="1923282"/>
            <a:ext cx="1740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305" name="Google Shape;305;p48"/>
          <p:cNvSpPr txBox="1"/>
          <p:nvPr>
            <p:ph idx="4" type="subTitle"/>
          </p:nvPr>
        </p:nvSpPr>
        <p:spPr>
          <a:xfrm>
            <a:off x="715125" y="1393500"/>
            <a:ext cx="22656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6" name="Google Shape;306;p48"/>
          <p:cNvSpPr txBox="1"/>
          <p:nvPr>
            <p:ph idx="5" type="subTitle"/>
          </p:nvPr>
        </p:nvSpPr>
        <p:spPr>
          <a:xfrm>
            <a:off x="3152788" y="1393500"/>
            <a:ext cx="22656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7" name="Google Shape;307;p48"/>
          <p:cNvSpPr txBox="1"/>
          <p:nvPr>
            <p:ph idx="6"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b="1"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5">
  <p:cSld name="BIG_NUMBER_1">
    <p:bg>
      <p:bgPr>
        <a:solidFill>
          <a:schemeClr val="dk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9"/>
          <p:cNvSpPr txBox="1"/>
          <p:nvPr>
            <p:ph hasCustomPrompt="1" type="title"/>
          </p:nvPr>
        </p:nvSpPr>
        <p:spPr>
          <a:xfrm>
            <a:off x="4905202" y="1543250"/>
            <a:ext cx="3194700" cy="146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311" name="Google Shape;311;p49"/>
          <p:cNvSpPr txBox="1"/>
          <p:nvPr>
            <p:ph idx="1" type="subTitle"/>
          </p:nvPr>
        </p:nvSpPr>
        <p:spPr>
          <a:xfrm>
            <a:off x="4905200" y="3032050"/>
            <a:ext cx="3194700" cy="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1">
    <p:bg>
      <p:bgPr>
        <a:solidFill>
          <a:schemeClr val="dk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>
            <p:ph idx="1" type="subTitle"/>
          </p:nvPr>
        </p:nvSpPr>
        <p:spPr>
          <a:xfrm>
            <a:off x="713225" y="2576700"/>
            <a:ext cx="3904500" cy="10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50"/>
          <p:cNvSpPr txBox="1"/>
          <p:nvPr/>
        </p:nvSpPr>
        <p:spPr>
          <a:xfrm>
            <a:off x="5060875" y="3721805"/>
            <a:ext cx="3369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</a:t>
            </a: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50"/>
          <p:cNvSpPr txBox="1"/>
          <p:nvPr>
            <p:ph type="title"/>
          </p:nvPr>
        </p:nvSpPr>
        <p:spPr>
          <a:xfrm>
            <a:off x="713225" y="1357500"/>
            <a:ext cx="3904500" cy="10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layfair Display"/>
              <a:buNone/>
              <a:defRPr sz="7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3_2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/>
          <p:nvPr/>
        </p:nvSpPr>
        <p:spPr>
          <a:xfrm>
            <a:off x="0" y="0"/>
            <a:ext cx="2461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1"/>
          <p:cNvSpPr/>
          <p:nvPr/>
        </p:nvSpPr>
        <p:spPr>
          <a:xfrm flipH="1">
            <a:off x="2326200" y="1459050"/>
            <a:ext cx="6817800" cy="222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3_2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/>
          <p:nvPr/>
        </p:nvSpPr>
        <p:spPr>
          <a:xfrm flipH="1">
            <a:off x="177" y="0"/>
            <a:ext cx="4846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2"/>
          <p:cNvSpPr/>
          <p:nvPr/>
        </p:nvSpPr>
        <p:spPr>
          <a:xfrm flipH="1">
            <a:off x="8406475" y="0"/>
            <a:ext cx="737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9" name="Google Shape;329;p5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0" name="Google Shape;330;p54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54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2" name="Google Shape;332;p54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3" name="Google Shape;333;p54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5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36" name="Google Shape;336;p5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5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5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5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5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5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5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5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5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5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5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5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5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9" name="Google Shape;349;p5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0" name="Google Shape;350;p5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1" name="Google Shape;351;p5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" name="Google Shape;352;p5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3" name="Google Shape;353;p5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4" name="Google Shape;354;p5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5" name="Google Shape;355;p5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6" name="Google Shape;356;p5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7" name="Google Shape;357;p5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5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5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5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5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5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5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5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5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5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5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5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5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5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5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5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5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5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5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5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5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5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5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5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5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5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5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5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5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5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5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5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5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5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5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5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5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5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95" name="Google Shape;395;p5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7" name="Google Shape;397;p5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98" name="Google Shape;398;p5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99" name="Google Shape;399;p5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0" name="Google Shape;400;p55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55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5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04" name="Google Shape;404;p5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5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5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5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5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5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5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5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5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5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5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5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6" name="Google Shape;416;p5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" name="Google Shape;417;p5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8" name="Google Shape;418;p5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5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5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5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5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" name="Google Shape;423;p5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" name="Google Shape;424;p5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5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" name="Google Shape;426;p5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5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5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5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5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5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5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5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5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5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5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5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5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5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5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5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5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5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5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5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5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5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5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5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5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5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5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5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5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5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5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5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5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5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5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5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5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3" name="Google Shape;463;p5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5" name="Google Shape;465;p56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6" name="Google Shape;466;p5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67" name="Google Shape;467;p5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68" name="Google Shape;468;p5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5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71" name="Google Shape;471;p5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5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5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5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5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5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5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5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5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5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5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5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5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5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5" name="Google Shape;485;p5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6" name="Google Shape;486;p5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7" name="Google Shape;487;p5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8" name="Google Shape;488;p5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9" name="Google Shape;489;p5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0" name="Google Shape;490;p5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1" name="Google Shape;491;p5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2" name="Google Shape;492;p5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5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5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5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5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5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5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5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5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5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5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5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5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5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5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5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5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5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5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5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5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5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5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5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5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5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5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5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5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5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5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5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5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5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5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5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5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5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0" name="Google Shape;530;p5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2" name="Google Shape;532;p5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3" name="Google Shape;533;p5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4" name="Google Shape;534;p5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5" name="Google Shape;535;p57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57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57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5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40" name="Google Shape;540;p5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5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5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5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5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5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5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5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5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5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5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1" name="Google Shape;551;p5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2" name="Google Shape;552;p5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3" name="Google Shape;553;p5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4" name="Google Shape;554;p5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5" name="Google Shape;555;p5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6" name="Google Shape;556;p5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7" name="Google Shape;557;p5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5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5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5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5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5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5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5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5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5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5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5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5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5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5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5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5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5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5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5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5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5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5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5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5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5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5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5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5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5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5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5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5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5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5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5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5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5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5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5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5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5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99" name="Google Shape;599;p5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1" name="Google Shape;601;p5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02" name="Google Shape;602;p5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03" name="Google Shape;603;p5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4" name="Google Shape;604;p58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5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07" name="Google Shape;607;p5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5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5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5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5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5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5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5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5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6" name="Google Shape;616;p5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7" name="Google Shape;617;p5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8" name="Google Shape;618;p5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9" name="Google Shape;619;p5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0" name="Google Shape;620;p5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1" name="Google Shape;621;p5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2" name="Google Shape;622;p5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3" name="Google Shape;623;p5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5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5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5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5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5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5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5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5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5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5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5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5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5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5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5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5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5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5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5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5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5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5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5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5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5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5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5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5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5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5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5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5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5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5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5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5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5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5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5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5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5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5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66" name="Google Shape;666;p5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68" name="Google Shape;668;p59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9" name="Google Shape;669;p59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0" name="Google Shape;670;p59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1" name="Google Shape;671;p59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6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74" name="Google Shape;674;p6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6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6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6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6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6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6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6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2" name="Google Shape;682;p6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3" name="Google Shape;683;p6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4" name="Google Shape;684;p6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5" name="Google Shape;685;p6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6" name="Google Shape;686;p6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7" name="Google Shape;687;p6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8" name="Google Shape;688;p6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9" name="Google Shape;689;p6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0" name="Google Shape;690;p6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6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6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6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6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6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6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6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6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6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6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6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6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6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6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6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6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6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6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6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6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6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6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6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6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6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6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6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6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6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6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6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6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6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6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6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6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6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6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6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6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6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6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33" name="Google Shape;733;p60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4" name="Google Shape;734;p6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35" name="Google Shape;735;p60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60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8" name="Google Shape;738;p60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9" name="Google Shape;739;p60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0" name="Google Shape;740;p6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2" name="Google Shape;742;p6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43" name="Google Shape;743;p6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6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6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6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6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6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9" name="Google Shape;749;p6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0" name="Google Shape;750;p6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1" name="Google Shape;751;p6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2" name="Google Shape;752;p6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3" name="Google Shape;753;p6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4" name="Google Shape;754;p6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5" name="Google Shape;755;p6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6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6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6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6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6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6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6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6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6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6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6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6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6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6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6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6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6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6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6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6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6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6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6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6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6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6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6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6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6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6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6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6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6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6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6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6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6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6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6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6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6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6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6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6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6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6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02" name="Google Shape;802;p6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03" name="Google Shape;803;p6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61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1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6" name="Google Shape;806;p6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6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09" name="Google Shape;809;p6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6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6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6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6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4" name="Google Shape;814;p6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5" name="Google Shape;815;p6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6" name="Google Shape;816;p6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7" name="Google Shape;817;p6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8" name="Google Shape;818;p6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9" name="Google Shape;819;p6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0" name="Google Shape;820;p6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1" name="Google Shape;821;p6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2" name="Google Shape;822;p6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6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6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6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6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6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6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6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6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6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6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6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6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6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6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6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6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6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6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6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6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6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6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6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6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6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6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6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6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6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6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6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6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6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6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6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6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6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6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6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6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6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6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6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6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6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68" name="Google Shape;868;p6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69" name="Google Shape;869;p6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1" name="Google Shape;871;p6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3" name="Google Shape;873;p6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4" name="Google Shape;874;p6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6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6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6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6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6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6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1" name="Google Shape;881;p6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2" name="Google Shape;882;p6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3" name="Google Shape;883;p6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4" name="Google Shape;884;p6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5" name="Google Shape;885;p6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6" name="Google Shape;886;p6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7" name="Google Shape;887;p6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8" name="Google Shape;888;p6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9" name="Google Shape;889;p6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0" name="Google Shape;890;p6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1" name="Google Shape;891;p6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2" name="Google Shape;892;p6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3" name="Google Shape;893;p6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4" name="Google Shape;894;p6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5" name="Google Shape;895;p6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6" name="Google Shape;896;p6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7" name="Google Shape;897;p6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6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6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6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6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6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6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6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6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6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6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6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6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6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6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6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6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6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6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6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6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6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6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6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6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6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6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6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6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6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6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6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6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6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6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6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33" name="Google Shape;933;p6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34" name="Google Shape;934;p6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63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6" name="Google Shape;936;p63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37" name="Google Shape;937;p6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oogle Shape;939;p6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40" name="Google Shape;940;p6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6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6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6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6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6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6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6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6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6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6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6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6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6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6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6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6" name="Google Shape;956;p6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7" name="Google Shape;957;p6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8" name="Google Shape;958;p6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9" name="Google Shape;959;p6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0" name="Google Shape;960;p6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1" name="Google Shape;961;p6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2" name="Google Shape;962;p6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3" name="Google Shape;963;p6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6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6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6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6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6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6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6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6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6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6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6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6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6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6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6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6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6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6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6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6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6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6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6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6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6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6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6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6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6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6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6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6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6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6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6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99" name="Google Shape;999;p6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00" name="Google Shape;1000;p6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4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2" name="Google Shape;1002;p64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03" name="Google Shape;1003;p64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04" name="Google Shape;1004;p6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6" name="Google Shape;1006;p6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07" name="Google Shape;1007;p6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6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6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6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6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6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6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6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6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6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6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6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6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6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6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2" name="Google Shape;1022;p6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3" name="Google Shape;1023;p6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4" name="Google Shape;1024;p6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5" name="Google Shape;1025;p6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6" name="Google Shape;1026;p6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7" name="Google Shape;1027;p6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8" name="Google Shape;1028;p6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6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6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6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6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6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6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6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6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6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6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6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6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6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6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6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6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6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6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6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6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6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6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6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6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6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6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6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6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6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6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6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6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6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6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66" name="Google Shape;1066;p6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67" name="Google Shape;1067;p6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65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9" name="Google Shape;1069;p6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1" name="Google Shape;1071;p6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72" name="Google Shape;1072;p6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6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6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6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6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6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6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6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6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6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6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6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6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6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6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7" name="Google Shape;1087;p6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8" name="Google Shape;1088;p6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9" name="Google Shape;1089;p6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0" name="Google Shape;1090;p6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1" name="Google Shape;1091;p6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2" name="Google Shape;1092;p6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3" name="Google Shape;1093;p6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4" name="Google Shape;1094;p6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6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6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6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6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6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6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6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6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6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6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6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6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6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6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6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6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6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6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6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6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6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6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6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6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6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6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6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6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6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6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6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6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6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6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6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6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31" name="Google Shape;1131;p6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32" name="Google Shape;1132;p6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6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4" name="Google Shape;1134;p66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5" name="Google Shape;1135;p66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36" name="Google Shape;1136;p6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6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39" name="Google Shape;1139;p6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6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6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6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6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6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6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6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6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6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6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6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6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6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3" name="Google Shape;1153;p6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4" name="Google Shape;1154;p6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5" name="Google Shape;1155;p6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6" name="Google Shape;1156;p6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7" name="Google Shape;1157;p6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8" name="Google Shape;1158;p6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9" name="Google Shape;1159;p6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0" name="Google Shape;1160;p6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1" name="Google Shape;1161;p6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2" name="Google Shape;1162;p6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3" name="Google Shape;1163;p6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6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6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6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6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6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6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6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6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6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6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6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6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6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6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6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6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6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6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6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6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6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6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6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6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6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6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6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6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6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6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6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6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6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6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98" name="Google Shape;1198;p6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99" name="Google Shape;1199;p6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67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6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6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4" name="Google Shape;1204;p6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05" name="Google Shape;1205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6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09" name="Google Shape;1209;p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10" name="Google Shape;1210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11" name="Google Shape;1211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3" name="Google Shape;1213;p7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14" name="Google Shape;1214;p7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7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7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7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7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7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7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7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2" name="Google Shape;1222;p7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3" name="Google Shape;1223;p7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4" name="Google Shape;1224;p7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5" name="Google Shape;1225;p7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6" name="Google Shape;1226;p7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7" name="Google Shape;1227;p7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8" name="Google Shape;1228;p7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9" name="Google Shape;1229;p7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0" name="Google Shape;1230;p7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1" name="Google Shape;1231;p7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2" name="Google Shape;1232;p7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3" name="Google Shape;1233;p7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4" name="Google Shape;1234;p7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7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7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7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7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7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7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7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7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7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7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7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7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7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7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7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7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7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7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7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7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7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7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7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7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7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7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7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7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7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7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7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7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7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7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7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7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7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7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73" name="Google Shape;1273;p7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274" name="Google Shape;1274;p7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7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6" name="Google Shape;1276;p70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7" name="Google Shape;1277;p7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9" name="Google Shape;1279;p7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80" name="Google Shape;1280;p7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7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7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7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7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7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7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7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7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7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7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7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7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3" name="Google Shape;1293;p7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4" name="Google Shape;1294;p7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5" name="Google Shape;1295;p7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6" name="Google Shape;1296;p7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7" name="Google Shape;1297;p7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8" name="Google Shape;1298;p7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9" name="Google Shape;1299;p7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0" name="Google Shape;1300;p7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1" name="Google Shape;1301;p7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7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7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7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7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7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7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7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7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7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7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7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7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7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7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7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7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7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7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7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7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7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7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7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7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7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7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7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7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7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7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7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7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7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7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7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7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7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39" name="Google Shape;1339;p7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340" name="Google Shape;1340;p7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71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42" name="Google Shape;1342;p7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4" name="Google Shape;1344;p7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45" name="Google Shape;1345;p7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7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7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7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7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7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7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7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7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7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7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7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7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7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7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0" name="Google Shape;1360;p7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1" name="Google Shape;1361;p7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2" name="Google Shape;1362;p7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3" name="Google Shape;1363;p7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4" name="Google Shape;1364;p7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5" name="Google Shape;1365;p7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6" name="Google Shape;1366;p7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7" name="Google Shape;1367;p7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8" name="Google Shape;1368;p7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9" name="Google Shape;1369;p7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0" name="Google Shape;1370;p7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7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7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7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7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7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7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7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7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7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7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7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7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7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7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7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7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7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7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7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7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7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7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7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7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7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7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7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7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7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7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7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7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7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04" name="Google Shape;1404;p7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05" name="Google Shape;1405;p7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72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07" name="Google Shape;1407;p72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8" name="Google Shape;1408;p7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0" name="Google Shape;1410;p7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11" name="Google Shape;1411;p7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7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7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7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7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7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7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7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7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7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7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7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7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7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7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7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7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7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9" name="Google Shape;1429;p7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0" name="Google Shape;1430;p7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1" name="Google Shape;1431;p7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2" name="Google Shape;1432;p7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3" name="Google Shape;1433;p7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4" name="Google Shape;1434;p7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5" name="Google Shape;1435;p7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6" name="Google Shape;1436;p7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7" name="Google Shape;1437;p7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8" name="Google Shape;1438;p7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9" name="Google Shape;1439;p7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0" name="Google Shape;1440;p7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1" name="Google Shape;1441;p7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7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7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7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7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7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7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7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7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7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7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7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7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7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7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7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7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7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7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7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7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7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7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7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7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7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7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7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7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70" name="Google Shape;1470;p7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71" name="Google Shape;1471;p7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7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7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75" name="Google Shape;1475;p7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7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7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79" name="Google Shape;1479;p7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80" name="Google Shape;1480;p7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7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7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7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7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7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7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7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7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7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7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7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7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7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7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7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7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7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7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7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0" name="Google Shape;1500;p7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1" name="Google Shape;1501;p7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2" name="Google Shape;1502;p7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3" name="Google Shape;1503;p7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4" name="Google Shape;1504;p7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5" name="Google Shape;1505;p7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6" name="Google Shape;1506;p7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7" name="Google Shape;1507;p7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8" name="Google Shape;1508;p7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9" name="Google Shape;1509;p7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0" name="Google Shape;1510;p7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1" name="Google Shape;1511;p7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2" name="Google Shape;1512;p7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3" name="Google Shape;1513;p7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4" name="Google Shape;1514;p7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7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7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7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7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7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7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7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7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7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7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7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7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7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7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7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7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7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7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7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7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7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7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7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7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39" name="Google Shape;1539;p7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7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1" name="Google Shape;1541;p75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2" name="Google Shape;1542;p75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3" name="Google Shape;1543;p75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4" name="Google Shape;1544;p75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5" name="Google Shape;1545;p75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6" name="Google Shape;1546;p75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7" name="Google Shape;1547;p7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7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50" name="Google Shape;1550;p7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51" name="Google Shape;1551;p7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7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7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7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7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7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7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7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7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7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7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7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7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7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7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7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7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7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7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7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7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7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3" name="Google Shape;1573;p7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4" name="Google Shape;1574;p7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5" name="Google Shape;1575;p7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6" name="Google Shape;1576;p7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7" name="Google Shape;1577;p7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8" name="Google Shape;1578;p7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9" name="Google Shape;1579;p7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0" name="Google Shape;1580;p7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7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7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7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7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7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7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7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7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7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7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7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7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7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7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7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7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7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7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7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7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7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7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7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7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7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7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7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7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7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10" name="Google Shape;1610;p7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7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2" name="Google Shape;1612;p76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13" name="Google Shape;1613;p76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614" name="Google Shape;1614;p7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7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17" name="Google Shape;1617;p7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18" name="Google Shape;1618;p7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7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7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7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7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7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7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7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7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7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7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7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7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7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7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7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7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7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7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7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7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9" name="Google Shape;1639;p7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0" name="Google Shape;1640;p7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1" name="Google Shape;1641;p7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2" name="Google Shape;1642;p7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3" name="Google Shape;1643;p7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4" name="Google Shape;1644;p7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5" name="Google Shape;1645;p7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6" name="Google Shape;1646;p7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7" name="Google Shape;1647;p7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8" name="Google Shape;1648;p7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9" name="Google Shape;1649;p7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0" name="Google Shape;1650;p7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1" name="Google Shape;1651;p7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7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7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7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7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7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7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7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7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7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7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7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7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7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7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7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7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7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7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7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7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7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7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7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7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7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77" name="Google Shape;1677;p7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7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9" name="Google Shape;1679;p77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80" name="Google Shape;1680;p77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1" name="Google Shape;1681;p77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82" name="Google Shape;1682;p77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3" name="Google Shape;1683;p7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7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86" name="Google Shape;1686;p7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87" name="Google Shape;1687;p7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7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7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7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7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7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7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7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7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7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7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7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7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7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7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7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7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7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7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7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7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7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7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0" name="Google Shape;1710;p7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1" name="Google Shape;1711;p7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2" name="Google Shape;1712;p7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3" name="Google Shape;1713;p7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4" name="Google Shape;1714;p7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5" name="Google Shape;1715;p7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6" name="Google Shape;1716;p7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7" name="Google Shape;1717;p7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8" name="Google Shape;1718;p7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9" name="Google Shape;1719;p7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0" name="Google Shape;1720;p7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1" name="Google Shape;1721;p7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2" name="Google Shape;1722;p7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3" name="Google Shape;1723;p7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4" name="Google Shape;1724;p7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5" name="Google Shape;1725;p7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7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7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7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7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7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7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7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7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7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7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7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7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7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7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7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7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7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7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7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7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46" name="Google Shape;1746;p7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7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8" name="Google Shape;1748;p78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49" name="Google Shape;1749;p78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0" name="Google Shape;1750;p78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51" name="Google Shape;1751;p78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2" name="Google Shape;1752;p78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53" name="Google Shape;1753;p78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4" name="Google Shape;1754;p7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7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57" name="Google Shape;1757;p7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58" name="Google Shape;1758;p7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7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7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7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7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7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7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7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7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7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7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7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7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7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7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7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7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7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7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7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7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7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7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7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7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7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4" name="Google Shape;1784;p7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5" name="Google Shape;1785;p7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6" name="Google Shape;1786;p7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7" name="Google Shape;1787;p7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8" name="Google Shape;1788;p7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9" name="Google Shape;1789;p7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0" name="Google Shape;1790;p7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7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7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7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7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7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7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7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7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7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7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7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7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7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7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7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7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7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7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7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7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7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7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7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7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7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7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17" name="Google Shape;1817;p7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7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9" name="Google Shape;1819;p79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820" name="Google Shape;1820;p79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1" name="Google Shape;1821;p79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822" name="Google Shape;1822;p79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3" name="Google Shape;1823;p79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824" name="Google Shape;1824;p79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5" name="Google Shape;1825;p79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826" name="Google Shape;1826;p79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7" name="Google Shape;1827;p7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8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830" name="Google Shape;1830;p8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831" name="Google Shape;1831;p8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8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8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8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8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8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8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8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8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8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8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8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8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8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8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8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8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8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9" name="Google Shape;1849;p8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0" name="Google Shape;1850;p8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1" name="Google Shape;1851;p8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2" name="Google Shape;1852;p8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3" name="Google Shape;1853;p8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4" name="Google Shape;1854;p8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5" name="Google Shape;1855;p8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6" name="Google Shape;1856;p8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7" name="Google Shape;1857;p8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8" name="Google Shape;1858;p8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9" name="Google Shape;1859;p8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0" name="Google Shape;1860;p8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1" name="Google Shape;1861;p8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2" name="Google Shape;1862;p8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3" name="Google Shape;1863;p8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4" name="Google Shape;1864;p8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5" name="Google Shape;1865;p8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6" name="Google Shape;1866;p8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7" name="Google Shape;1867;p8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8" name="Google Shape;1868;p8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9" name="Google Shape;1869;p8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0" name="Google Shape;1870;p8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1" name="Google Shape;1871;p8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2" name="Google Shape;1872;p8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3" name="Google Shape;1873;p8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4" name="Google Shape;1874;p8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5" name="Google Shape;1875;p8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6" name="Google Shape;1876;p8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7" name="Google Shape;1877;p8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8" name="Google Shape;1878;p8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9" name="Google Shape;1879;p8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0" name="Google Shape;1880;p8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1" name="Google Shape;1881;p8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2" name="Google Shape;1882;p8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3" name="Google Shape;1883;p8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4" name="Google Shape;1884;p8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5" name="Google Shape;1885;p8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6" name="Google Shape;1886;p8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7" name="Google Shape;1887;p8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8" name="Google Shape;1888;p8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9" name="Google Shape;1889;p8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90" name="Google Shape;1890;p8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8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2" name="Google Shape;1892;p80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893" name="Google Shape;1893;p8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8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896" name="Google Shape;1896;p8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897" name="Google Shape;1897;p8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8" name="Google Shape;1898;p8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9" name="Google Shape;1899;p8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0" name="Google Shape;1900;p8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1" name="Google Shape;1901;p8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2" name="Google Shape;1902;p8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3" name="Google Shape;1903;p8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4" name="Google Shape;1904;p8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5" name="Google Shape;1905;p8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6" name="Google Shape;1906;p8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7" name="Google Shape;1907;p8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8" name="Google Shape;1908;p8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9" name="Google Shape;1909;p8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0" name="Google Shape;1910;p8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1" name="Google Shape;1911;p8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2" name="Google Shape;1912;p8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3" name="Google Shape;1913;p8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4" name="Google Shape;1914;p8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5" name="Google Shape;1915;p8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6" name="Google Shape;1916;p8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7" name="Google Shape;1917;p8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8" name="Google Shape;1918;p8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9" name="Google Shape;1919;p8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0" name="Google Shape;1920;p8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1" name="Google Shape;1921;p8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2" name="Google Shape;1922;p8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3" name="Google Shape;1923;p8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4" name="Google Shape;1924;p8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5" name="Google Shape;1925;p8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6" name="Google Shape;1926;p8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7" name="Google Shape;1927;p8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8" name="Google Shape;1928;p8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9" name="Google Shape;1929;p8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0" name="Google Shape;1930;p8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1" name="Google Shape;1931;p8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2" name="Google Shape;1932;p8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3" name="Google Shape;1933;p8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4" name="Google Shape;1934;p8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5" name="Google Shape;1935;p8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6" name="Google Shape;1936;p8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7" name="Google Shape;1937;p8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8" name="Google Shape;1938;p8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9" name="Google Shape;1939;p8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0" name="Google Shape;1940;p8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1" name="Google Shape;1941;p8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2" name="Google Shape;1942;p8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3" name="Google Shape;1943;p8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4" name="Google Shape;1944;p8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5" name="Google Shape;1945;p8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6" name="Google Shape;1946;p8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7" name="Google Shape;1947;p8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8" name="Google Shape;1948;p8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9" name="Google Shape;1949;p8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0" name="Google Shape;1950;p8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1" name="Google Shape;1951;p8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2" name="Google Shape;1952;p8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3" name="Google Shape;1953;p8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4" name="Google Shape;1954;p8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5" name="Google Shape;1955;p8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56" name="Google Shape;1956;p8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81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8" name="Google Shape;1958;p81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959" name="Google Shape;1959;p81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0" name="Google Shape;1960;p81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961" name="Google Shape;1961;p81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2" name="Google Shape;1962;p81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63" name="Google Shape;1963;p81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64" name="Google Shape;1964;p8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8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967" name="Google Shape;1967;p8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68" name="Google Shape;1968;p8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9" name="Google Shape;1969;p8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0" name="Google Shape;1970;p8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1" name="Google Shape;1971;p8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2" name="Google Shape;1972;p8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3" name="Google Shape;1973;p8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4" name="Google Shape;1974;p8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5" name="Google Shape;1975;p8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6" name="Google Shape;1976;p8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7" name="Google Shape;1977;p8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8" name="Google Shape;1978;p8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9" name="Google Shape;1979;p8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0" name="Google Shape;1980;p8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1" name="Google Shape;1981;p8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2" name="Google Shape;1982;p8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3" name="Google Shape;1983;p8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4" name="Google Shape;1984;p8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5" name="Google Shape;1985;p8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6" name="Google Shape;1986;p8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7" name="Google Shape;1987;p8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8" name="Google Shape;1988;p8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9" name="Google Shape;1989;p8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0" name="Google Shape;1990;p8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1" name="Google Shape;1991;p8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2" name="Google Shape;1992;p8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3" name="Google Shape;1993;p8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4" name="Google Shape;1994;p8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5" name="Google Shape;1995;p8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6" name="Google Shape;1996;p8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7" name="Google Shape;1997;p8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8" name="Google Shape;1998;p8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9" name="Google Shape;1999;p8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0" name="Google Shape;2000;p8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1" name="Google Shape;2001;p8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2" name="Google Shape;2002;p8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3" name="Google Shape;2003;p8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4" name="Google Shape;2004;p8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5" name="Google Shape;2005;p8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6" name="Google Shape;2006;p8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7" name="Google Shape;2007;p8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8" name="Google Shape;2008;p8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9" name="Google Shape;2009;p8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0" name="Google Shape;2010;p8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1" name="Google Shape;2011;p8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2" name="Google Shape;2012;p8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3" name="Google Shape;2013;p8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4" name="Google Shape;2014;p8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5" name="Google Shape;2015;p8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6" name="Google Shape;2016;p8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7" name="Google Shape;2017;p8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8" name="Google Shape;2018;p8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9" name="Google Shape;2019;p8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0" name="Google Shape;2020;p8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1" name="Google Shape;2021;p8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2" name="Google Shape;2022;p8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3" name="Google Shape;2023;p8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4" name="Google Shape;2024;p8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5" name="Google Shape;2025;p8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6" name="Google Shape;2026;p8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27" name="Google Shape;2027;p8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82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9" name="Google Shape;2029;p82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30" name="Google Shape;2030;p82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1" name="Google Shape;2031;p82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32" name="Google Shape;2032;p82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3" name="Google Shape;2033;p82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034" name="Google Shape;2034;p82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035" name="Google Shape;2035;p82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036" name="Google Shape;2036;p82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7" name="Google Shape;2037;p82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038" name="Google Shape;2038;p8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8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2041" name="Google Shape;2041;p8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042" name="Google Shape;2042;p8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3" name="Google Shape;2043;p8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4" name="Google Shape;2044;p8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5" name="Google Shape;2045;p8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6" name="Google Shape;2046;p8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7" name="Google Shape;2047;p8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8" name="Google Shape;2048;p8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9" name="Google Shape;2049;p8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0" name="Google Shape;2050;p8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1" name="Google Shape;2051;p8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2" name="Google Shape;2052;p8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3" name="Google Shape;2053;p8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4" name="Google Shape;2054;p8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5" name="Google Shape;2055;p8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6" name="Google Shape;2056;p8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7" name="Google Shape;2057;p8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8" name="Google Shape;2058;p8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9" name="Google Shape;2059;p8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0" name="Google Shape;2060;p8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1" name="Google Shape;2061;p8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2" name="Google Shape;2062;p8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3" name="Google Shape;2063;p8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4" name="Google Shape;2064;p8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5" name="Google Shape;2065;p8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6" name="Google Shape;2066;p8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7" name="Google Shape;2067;p8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8" name="Google Shape;2068;p8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9" name="Google Shape;2069;p8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0" name="Google Shape;2070;p8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1" name="Google Shape;2071;p8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2" name="Google Shape;2072;p8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3" name="Google Shape;2073;p8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4" name="Google Shape;2074;p8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5" name="Google Shape;2075;p8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6" name="Google Shape;2076;p8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7" name="Google Shape;2077;p8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8" name="Google Shape;2078;p8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9" name="Google Shape;2079;p8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0" name="Google Shape;2080;p8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1" name="Google Shape;2081;p8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2" name="Google Shape;2082;p8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3" name="Google Shape;2083;p8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4" name="Google Shape;2084;p8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5" name="Google Shape;2085;p8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6" name="Google Shape;2086;p8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7" name="Google Shape;2087;p8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8" name="Google Shape;2088;p8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9" name="Google Shape;2089;p8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0" name="Google Shape;2090;p8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1" name="Google Shape;2091;p8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2" name="Google Shape;2092;p8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3" name="Google Shape;2093;p8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4" name="Google Shape;2094;p8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5" name="Google Shape;2095;p8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6" name="Google Shape;2096;p8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7" name="Google Shape;2097;p8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8" name="Google Shape;2098;p8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9" name="Google Shape;2099;p8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0" name="Google Shape;2100;p8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01" name="Google Shape;2101;p8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83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03" name="Google Shape;2103;p8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8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2106" name="Google Shape;2106;p8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107" name="Google Shape;2107;p8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8" name="Google Shape;2108;p8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9" name="Google Shape;2109;p8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0" name="Google Shape;2110;p8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1" name="Google Shape;2111;p8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2" name="Google Shape;2112;p8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3" name="Google Shape;2113;p8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4" name="Google Shape;2114;p8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5" name="Google Shape;2115;p8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6" name="Google Shape;2116;p8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7" name="Google Shape;2117;p8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8" name="Google Shape;2118;p8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9" name="Google Shape;2119;p8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0" name="Google Shape;2120;p8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1" name="Google Shape;2121;p8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2" name="Google Shape;2122;p8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3" name="Google Shape;2123;p8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4" name="Google Shape;2124;p8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5" name="Google Shape;2125;p8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6" name="Google Shape;2126;p8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7" name="Google Shape;2127;p8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8" name="Google Shape;2128;p8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9" name="Google Shape;2129;p8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0" name="Google Shape;2130;p8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1" name="Google Shape;2131;p8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2" name="Google Shape;2132;p8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3" name="Google Shape;2133;p8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4" name="Google Shape;2134;p8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5" name="Google Shape;2135;p8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6" name="Google Shape;2136;p8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7" name="Google Shape;2137;p8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8" name="Google Shape;2138;p8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9" name="Google Shape;2139;p8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0" name="Google Shape;2140;p8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1" name="Google Shape;2141;p8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2" name="Google Shape;2142;p8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3" name="Google Shape;2143;p8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4" name="Google Shape;2144;p8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5" name="Google Shape;2145;p8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6" name="Google Shape;2146;p8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7" name="Google Shape;2147;p8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8" name="Google Shape;2148;p8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9" name="Google Shape;2149;p8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0" name="Google Shape;2150;p8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1" name="Google Shape;2151;p8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2" name="Google Shape;2152;p8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3" name="Google Shape;2153;p8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4" name="Google Shape;2154;p8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5" name="Google Shape;2155;p8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6" name="Google Shape;2156;p8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7" name="Google Shape;2157;p8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8" name="Google Shape;2158;p8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9" name="Google Shape;2159;p8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0" name="Google Shape;2160;p8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1" name="Google Shape;2161;p8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2" name="Google Shape;2162;p8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3" name="Google Shape;2163;p8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4" name="Google Shape;2164;p8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5" name="Google Shape;2165;p8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66" name="Google Shape;2166;p8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84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8" name="Google Shape;2168;p84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69" name="Google Shape;2169;p84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70" name="Google Shape;2170;p84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71" name="Google Shape;2171;p84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72" name="Google Shape;2172;p84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73" name="Google Shape;2173;p84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74" name="Google Shape;2174;p84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75" name="Google Shape;2175;p84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76" name="Google Shape;2176;p84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2177" name="Google Shape;2177;p8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1.xml"/><Relationship Id="rId32" Type="http://schemas.openxmlformats.org/officeDocument/2006/relationships/theme" Target="../theme/theme1.xml"/><Relationship Id="rId20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75.xml"/><Relationship Id="rId23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77.xml"/><Relationship Id="rId25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fair Display"/>
              <a:buNone/>
              <a:defRPr sz="2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8302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4" name="Google Shape;32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53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85"/>
          <p:cNvSpPr txBox="1"/>
          <p:nvPr>
            <p:ph idx="4294967295" type="subTitle"/>
          </p:nvPr>
        </p:nvSpPr>
        <p:spPr>
          <a:xfrm>
            <a:off x="4395600" y="1655650"/>
            <a:ext cx="463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600">
                <a:latin typeface="Lexend"/>
                <a:ea typeface="Lexend"/>
                <a:cs typeface="Lexend"/>
                <a:sym typeface="Lexend"/>
              </a:rPr>
              <a:t>chinthya Sreedhar, Chaitali Deshmukh, Kendall Sims, Neha Shastri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85"/>
          <p:cNvSpPr txBox="1"/>
          <p:nvPr>
            <p:ph idx="4294967295" type="title"/>
          </p:nvPr>
        </p:nvSpPr>
        <p:spPr>
          <a:xfrm>
            <a:off x="208725" y="344175"/>
            <a:ext cx="86823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Optimizing Learning Strategies: Evaluating the Impact of Active vs. Passive Learning on Student Engagement and Comprehension</a:t>
            </a:r>
            <a:endParaRPr sz="2600"/>
          </a:p>
        </p:txBody>
      </p:sp>
      <p:grpSp>
        <p:nvGrpSpPr>
          <p:cNvPr id="2184" name="Google Shape;2184;p85"/>
          <p:cNvGrpSpPr/>
          <p:nvPr/>
        </p:nvGrpSpPr>
        <p:grpSpPr>
          <a:xfrm>
            <a:off x="1590269" y="2394539"/>
            <a:ext cx="5963463" cy="2556430"/>
            <a:chOff x="2267909" y="2831175"/>
            <a:chExt cx="4608193" cy="1982804"/>
          </a:xfrm>
        </p:grpSpPr>
        <p:grpSp>
          <p:nvGrpSpPr>
            <p:cNvPr id="2185" name="Google Shape;2185;p85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2186" name="Google Shape;2186;p85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87" name="Google Shape;2187;p85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88" name="Google Shape;2188;p85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89" name="Google Shape;2189;p85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0" name="Google Shape;2190;p85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1" name="Google Shape;2191;p85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2" name="Google Shape;2192;p85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3" name="Google Shape;2193;p85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4" name="Google Shape;2194;p85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5" name="Google Shape;2195;p85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6" name="Google Shape;2196;p85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7" name="Google Shape;2197;p85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8" name="Google Shape;2198;p85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99" name="Google Shape;2199;p85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0" name="Google Shape;2200;p85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1" name="Google Shape;2201;p85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2" name="Google Shape;2202;p85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3" name="Google Shape;2203;p85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4" name="Google Shape;2204;p85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5" name="Google Shape;2205;p85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6" name="Google Shape;2206;p85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7" name="Google Shape;2207;p85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8" name="Google Shape;2208;p85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9" name="Google Shape;2209;p85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0" name="Google Shape;2210;p85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1" name="Google Shape;2211;p85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212" name="Google Shape;2212;p85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3" name="Google Shape;2213;p85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4" name="Google Shape;2214;p85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86"/>
          <p:cNvSpPr/>
          <p:nvPr/>
        </p:nvSpPr>
        <p:spPr>
          <a:xfrm>
            <a:off x="178650" y="3089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86"/>
          <p:cNvSpPr txBox="1"/>
          <p:nvPr>
            <p:ph idx="4294967295" type="title"/>
          </p:nvPr>
        </p:nvSpPr>
        <p:spPr>
          <a:xfrm>
            <a:off x="542100" y="356825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Introduction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21" name="Google Shape;2221;p86"/>
          <p:cNvSpPr/>
          <p:nvPr/>
        </p:nvSpPr>
        <p:spPr>
          <a:xfrm>
            <a:off x="311700" y="1242738"/>
            <a:ext cx="4568400" cy="23517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86"/>
          <p:cNvSpPr txBox="1"/>
          <p:nvPr/>
        </p:nvSpPr>
        <p:spPr>
          <a:xfrm>
            <a:off x="356975" y="1311150"/>
            <a:ext cx="30501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2"/>
                </a:solidFill>
                <a:highlight>
                  <a:schemeClr val="accent3"/>
                </a:highlight>
                <a:latin typeface="Lexend"/>
                <a:ea typeface="Lexend"/>
                <a:cs typeface="Lexend"/>
                <a:sym typeface="Lexend"/>
              </a:rPr>
              <a:t>Motivation</a:t>
            </a:r>
            <a:r>
              <a:rPr lang="en" sz="2500">
                <a:solidFill>
                  <a:schemeClr val="lt2"/>
                </a:solidFill>
                <a:highlight>
                  <a:schemeClr val="accent3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endParaRPr sz="2500">
              <a:solidFill>
                <a:schemeClr val="lt2"/>
              </a:solidFill>
              <a:highlight>
                <a:schemeClr val="accent3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86"/>
          <p:cNvSpPr txBox="1"/>
          <p:nvPr/>
        </p:nvSpPr>
        <p:spPr>
          <a:xfrm>
            <a:off x="542100" y="1909075"/>
            <a:ext cx="4068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 </a:t>
            </a: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Optimize educational practices to enhance student learning experiences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 Provide evidence-based insights for educators to determine effective teaching approaches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24" name="Google Shape;2224;p86"/>
          <p:cNvSpPr/>
          <p:nvPr/>
        </p:nvSpPr>
        <p:spPr>
          <a:xfrm>
            <a:off x="5906351" y="1199588"/>
            <a:ext cx="2427900" cy="23946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5" name="Google Shape;2225;p86"/>
          <p:cNvGrpSpPr/>
          <p:nvPr/>
        </p:nvGrpSpPr>
        <p:grpSpPr>
          <a:xfrm>
            <a:off x="5953935" y="1264639"/>
            <a:ext cx="188481" cy="46519"/>
            <a:chOff x="520925" y="1460325"/>
            <a:chExt cx="277873" cy="68400"/>
          </a:xfrm>
        </p:grpSpPr>
        <p:sp>
          <p:nvSpPr>
            <p:cNvPr id="2226" name="Google Shape;2226;p86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86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86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Person sitting at desk using a laptop in classroom." id="2229" name="Google Shape;2229;p8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3304" r="13311" t="0"/>
          <a:stretch/>
        </p:blipFill>
        <p:spPr>
          <a:xfrm>
            <a:off x="5906350" y="1380019"/>
            <a:ext cx="2428027" cy="2214342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86"/>
          <p:cNvSpPr/>
          <p:nvPr/>
        </p:nvSpPr>
        <p:spPr>
          <a:xfrm>
            <a:off x="311700" y="3836675"/>
            <a:ext cx="8371200" cy="11559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86"/>
          <p:cNvSpPr txBox="1"/>
          <p:nvPr/>
        </p:nvSpPr>
        <p:spPr>
          <a:xfrm>
            <a:off x="356969" y="3880082"/>
            <a:ext cx="5489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2"/>
                </a:solidFill>
                <a:highlight>
                  <a:schemeClr val="accent3"/>
                </a:highlight>
                <a:latin typeface="Lexend"/>
                <a:ea typeface="Lexend"/>
                <a:cs typeface="Lexend"/>
                <a:sym typeface="Lexend"/>
              </a:rPr>
              <a:t>Goal</a:t>
            </a:r>
            <a:r>
              <a:rPr lang="en" sz="2500">
                <a:solidFill>
                  <a:schemeClr val="lt2"/>
                </a:solidFill>
                <a:highlight>
                  <a:schemeClr val="accent3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endParaRPr sz="2500">
              <a:solidFill>
                <a:schemeClr val="lt2"/>
              </a:solidFill>
              <a:highlight>
                <a:schemeClr val="accent3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2" name="Google Shape;2232;p86"/>
          <p:cNvSpPr txBox="1"/>
          <p:nvPr/>
        </p:nvSpPr>
        <p:spPr>
          <a:xfrm>
            <a:off x="1431575" y="3969400"/>
            <a:ext cx="714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Our experiment </a:t>
            </a: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seeks to explore how active learning can be applied beyond STEM fields to improve student engagement and learning outcomes in diverse educational settings.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87"/>
          <p:cNvSpPr/>
          <p:nvPr/>
        </p:nvSpPr>
        <p:spPr>
          <a:xfrm>
            <a:off x="178650" y="329500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87"/>
          <p:cNvSpPr txBox="1"/>
          <p:nvPr>
            <p:ph type="title"/>
          </p:nvPr>
        </p:nvSpPr>
        <p:spPr>
          <a:xfrm>
            <a:off x="542100" y="377350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Research Question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39" name="Google Shape;2239;p87"/>
          <p:cNvSpPr/>
          <p:nvPr/>
        </p:nvSpPr>
        <p:spPr>
          <a:xfrm>
            <a:off x="514200" y="2313450"/>
            <a:ext cx="4568400" cy="26226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0" name="Google Shape;2240;p87"/>
          <p:cNvSpPr txBox="1"/>
          <p:nvPr/>
        </p:nvSpPr>
        <p:spPr>
          <a:xfrm>
            <a:off x="727050" y="2416275"/>
            <a:ext cx="30501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2"/>
                </a:solidFill>
                <a:highlight>
                  <a:schemeClr val="accent3"/>
                </a:highlight>
                <a:latin typeface="Lexend"/>
                <a:ea typeface="Lexend"/>
                <a:cs typeface="Lexend"/>
                <a:sym typeface="Lexend"/>
              </a:rPr>
              <a:t>Null Hypothesis </a:t>
            </a:r>
            <a:endParaRPr sz="2500">
              <a:solidFill>
                <a:schemeClr val="lt2"/>
              </a:solidFill>
              <a:highlight>
                <a:schemeClr val="accent3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87"/>
          <p:cNvSpPr txBox="1"/>
          <p:nvPr/>
        </p:nvSpPr>
        <p:spPr>
          <a:xfrm>
            <a:off x="727050" y="2952225"/>
            <a:ext cx="3753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Lexend Light"/>
                <a:ea typeface="Lexend Light"/>
                <a:cs typeface="Lexend Light"/>
                <a:sym typeface="Lexend Light"/>
              </a:rPr>
              <a:t>There is no difference in the effect between active and passive learning: Students who participate in active learning report similar levels of perceived preparedness and classroom engagement as those who participate in passive learning.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42" name="Google Shape;2242;p87"/>
          <p:cNvSpPr/>
          <p:nvPr/>
        </p:nvSpPr>
        <p:spPr>
          <a:xfrm>
            <a:off x="5699863" y="2172412"/>
            <a:ext cx="2613900" cy="28086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87"/>
          <p:cNvSpPr/>
          <p:nvPr>
            <p:ph idx="2" type="pic"/>
          </p:nvPr>
        </p:nvSpPr>
        <p:spPr>
          <a:xfrm rot="10800000">
            <a:off x="5699710" y="2379437"/>
            <a:ext cx="2613900" cy="2601900"/>
          </a:xfrm>
          <a:prstGeom prst="round2SameRect">
            <a:avLst>
              <a:gd fmla="val 1981" name="adj1"/>
              <a:gd fmla="val 0" name="adj2"/>
            </a:avLst>
          </a:prstGeom>
          <a:noFill/>
          <a:ln>
            <a:noFill/>
          </a:ln>
        </p:spPr>
      </p:sp>
      <p:pic>
        <p:nvPicPr>
          <p:cNvPr descr="Rear view of a class room with instructor at the front." id="2244" name="Google Shape;2244;p87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3422" r="13429" t="0"/>
          <a:stretch/>
        </p:blipFill>
        <p:spPr>
          <a:xfrm>
            <a:off x="5699862" y="2379500"/>
            <a:ext cx="2613750" cy="2601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5" name="Google Shape;2245;p87"/>
          <p:cNvGrpSpPr/>
          <p:nvPr/>
        </p:nvGrpSpPr>
        <p:grpSpPr>
          <a:xfrm>
            <a:off x="5774783" y="2237570"/>
            <a:ext cx="268647" cy="66163"/>
            <a:chOff x="1240925" y="3434200"/>
            <a:chExt cx="277873" cy="68400"/>
          </a:xfrm>
        </p:grpSpPr>
        <p:sp>
          <p:nvSpPr>
            <p:cNvPr id="2246" name="Google Shape;2246;p87"/>
            <p:cNvSpPr/>
            <p:nvPr/>
          </p:nvSpPr>
          <p:spPr>
            <a:xfrm>
              <a:off x="1240925" y="343420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87"/>
            <p:cNvSpPr/>
            <p:nvPr/>
          </p:nvSpPr>
          <p:spPr>
            <a:xfrm>
              <a:off x="1345661" y="343420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87"/>
            <p:cNvSpPr/>
            <p:nvPr/>
          </p:nvSpPr>
          <p:spPr>
            <a:xfrm>
              <a:off x="1450398" y="343420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9" name="Google Shape;2249;p87"/>
          <p:cNvSpPr txBox="1"/>
          <p:nvPr/>
        </p:nvSpPr>
        <p:spPr>
          <a:xfrm>
            <a:off x="606450" y="1229500"/>
            <a:ext cx="7931100" cy="73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chemeClr val="lt2"/>
                </a:highlight>
                <a:latin typeface="Lexend"/>
                <a:ea typeface="Lexend"/>
                <a:cs typeface="Lexend"/>
                <a:sym typeface="Lexend"/>
              </a:rPr>
              <a:t>Does active learning lead to higher student engagement and perceived preparedness as compared to passive learning?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88"/>
          <p:cNvSpPr/>
          <p:nvPr/>
        </p:nvSpPr>
        <p:spPr>
          <a:xfrm>
            <a:off x="243000" y="1241950"/>
            <a:ext cx="5275200" cy="37872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55" name="Google Shape;2255;p88"/>
          <p:cNvSpPr/>
          <p:nvPr/>
        </p:nvSpPr>
        <p:spPr>
          <a:xfrm>
            <a:off x="5735750" y="1241950"/>
            <a:ext cx="3125700" cy="25059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56" name="Google Shape;2256;p88"/>
          <p:cNvSpPr txBox="1"/>
          <p:nvPr/>
        </p:nvSpPr>
        <p:spPr>
          <a:xfrm>
            <a:off x="410100" y="1319200"/>
            <a:ext cx="50373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Unit of Randomization: Student-level</a:t>
            </a:r>
            <a:endParaRPr sz="16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highlight>
                  <a:schemeClr val="accent3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 Timeline:</a:t>
            </a:r>
            <a:r>
              <a:rPr lang="en" sz="1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sz="16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Medium"/>
              <a:buChar char="-"/>
            </a:pPr>
            <a:r>
              <a:rPr lang="en" sz="1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Pre-Experiment Survey: Participants completed a survey assessing key covariates</a:t>
            </a:r>
            <a:endParaRPr sz="16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Medium"/>
              <a:buChar char="-"/>
            </a:pPr>
            <a:r>
              <a:rPr lang="en" sz="1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Learning Experience: Assigned to either passive or active learning </a:t>
            </a:r>
            <a:endParaRPr sz="16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Medium"/>
              <a:buChar char="-"/>
            </a:pPr>
            <a:r>
              <a:rPr lang="en" sz="1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Post-Experiment Survey: Measured engagement, understanding, and preparedness</a:t>
            </a:r>
            <a:endParaRPr sz="16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Distribution Channel: Qualtrics survey QR codes were </a:t>
            </a:r>
            <a:r>
              <a:rPr lang="en" sz="1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given in class and emailed to participants</a:t>
            </a:r>
            <a:endParaRPr sz="16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57" name="Google Shape;2257;p88"/>
          <p:cNvSpPr/>
          <p:nvPr/>
        </p:nvSpPr>
        <p:spPr>
          <a:xfrm>
            <a:off x="178650" y="31742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88"/>
          <p:cNvSpPr txBox="1"/>
          <p:nvPr>
            <p:ph type="title"/>
          </p:nvPr>
        </p:nvSpPr>
        <p:spPr>
          <a:xfrm>
            <a:off x="542100" y="365275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Experimental Design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59" name="Google Shape;2259;p88"/>
          <p:cNvSpPr txBox="1"/>
          <p:nvPr/>
        </p:nvSpPr>
        <p:spPr>
          <a:xfrm>
            <a:off x="5798600" y="1330175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highlight>
                  <a:schemeClr val="accent3"/>
                </a:highlight>
                <a:latin typeface="Lexend"/>
                <a:ea typeface="Lexend"/>
                <a:cs typeface="Lexend"/>
                <a:sym typeface="Lexend"/>
              </a:rPr>
              <a:t>Control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Passive Learning (Notes)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highlight>
                  <a:schemeClr val="accent3"/>
                </a:highlight>
                <a:latin typeface="Lexend"/>
                <a:ea typeface="Lexend"/>
                <a:cs typeface="Lexend"/>
                <a:sym typeface="Lexend"/>
              </a:rPr>
              <a:t>Treatment </a:t>
            </a:r>
            <a:endParaRPr sz="2000">
              <a:solidFill>
                <a:schemeClr val="lt2"/>
              </a:solidFill>
              <a:highlight>
                <a:schemeClr val="accent3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Active Learning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(Quiz) </a:t>
            </a:r>
            <a:endParaRPr sz="2000"/>
          </a:p>
        </p:txBody>
      </p:sp>
      <p:grpSp>
        <p:nvGrpSpPr>
          <p:cNvPr id="2260" name="Google Shape;2260;p88"/>
          <p:cNvGrpSpPr/>
          <p:nvPr/>
        </p:nvGrpSpPr>
        <p:grpSpPr>
          <a:xfrm>
            <a:off x="6477109" y="3889500"/>
            <a:ext cx="1642980" cy="1139694"/>
            <a:chOff x="-1501353" y="1025810"/>
            <a:chExt cx="1717700" cy="1191525"/>
          </a:xfrm>
        </p:grpSpPr>
        <p:sp>
          <p:nvSpPr>
            <p:cNvPr id="2261" name="Google Shape;2261;p88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2" name="Google Shape;2262;p88"/>
            <p:cNvSpPr/>
            <p:nvPr/>
          </p:nvSpPr>
          <p:spPr>
            <a:xfrm>
              <a:off x="-1501353" y="1674482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3" name="Google Shape;2263;p88"/>
            <p:cNvSpPr/>
            <p:nvPr/>
          </p:nvSpPr>
          <p:spPr>
            <a:xfrm>
              <a:off x="-1501353" y="1458272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4" name="Google Shape;2264;p88"/>
            <p:cNvSpPr/>
            <p:nvPr/>
          </p:nvSpPr>
          <p:spPr>
            <a:xfrm>
              <a:off x="-1501353" y="1242021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5" name="Google Shape;2265;p88"/>
            <p:cNvSpPr/>
            <p:nvPr/>
          </p:nvSpPr>
          <p:spPr>
            <a:xfrm>
              <a:off x="-1501353" y="1025810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89"/>
          <p:cNvSpPr/>
          <p:nvPr/>
        </p:nvSpPr>
        <p:spPr>
          <a:xfrm>
            <a:off x="1013650" y="1231988"/>
            <a:ext cx="2596200" cy="6303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Covariates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1" name="Google Shape;2271;p89"/>
          <p:cNvSpPr/>
          <p:nvPr/>
        </p:nvSpPr>
        <p:spPr>
          <a:xfrm>
            <a:off x="178650" y="31742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89"/>
          <p:cNvSpPr txBox="1"/>
          <p:nvPr>
            <p:ph idx="4294967295" type="title"/>
          </p:nvPr>
        </p:nvSpPr>
        <p:spPr>
          <a:xfrm>
            <a:off x="542100" y="389525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Variables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73" name="Google Shape;2273;p89"/>
          <p:cNvSpPr/>
          <p:nvPr/>
        </p:nvSpPr>
        <p:spPr>
          <a:xfrm>
            <a:off x="5348088" y="1232000"/>
            <a:ext cx="3189300" cy="630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Variables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89"/>
          <p:cNvSpPr/>
          <p:nvPr/>
        </p:nvSpPr>
        <p:spPr>
          <a:xfrm>
            <a:off x="242463" y="2123400"/>
            <a:ext cx="4246500" cy="6051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75" name="Google Shape;2275;p89"/>
          <p:cNvSpPr txBox="1"/>
          <p:nvPr/>
        </p:nvSpPr>
        <p:spPr>
          <a:xfrm>
            <a:off x="301457" y="2108875"/>
            <a:ext cx="402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Gender</a:t>
            </a: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(Male, Female, Other)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6" name="Google Shape;2276;p89"/>
          <p:cNvSpPr/>
          <p:nvPr/>
        </p:nvSpPr>
        <p:spPr>
          <a:xfrm>
            <a:off x="239618" y="2892508"/>
            <a:ext cx="4239900" cy="6051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77" name="Google Shape;2277;p89"/>
          <p:cNvSpPr txBox="1"/>
          <p:nvPr/>
        </p:nvSpPr>
        <p:spPr>
          <a:xfrm>
            <a:off x="213087" y="2878000"/>
            <a:ext cx="412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Prior Exposure to Case Study</a:t>
            </a: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(Yes/No) 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8" name="Google Shape;2278;p89"/>
          <p:cNvSpPr/>
          <p:nvPr/>
        </p:nvSpPr>
        <p:spPr>
          <a:xfrm>
            <a:off x="242462" y="3673154"/>
            <a:ext cx="4237200" cy="6051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79" name="Google Shape;2279;p89"/>
          <p:cNvSpPr txBox="1"/>
          <p:nvPr/>
        </p:nvSpPr>
        <p:spPr>
          <a:xfrm>
            <a:off x="255701" y="3668350"/>
            <a:ext cx="4237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Self-Assessed Knowledge in Causality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(Scale: 0-100)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0" name="Google Shape;2280;p89"/>
          <p:cNvSpPr/>
          <p:nvPr/>
        </p:nvSpPr>
        <p:spPr>
          <a:xfrm>
            <a:off x="231847" y="4424100"/>
            <a:ext cx="4246500" cy="6051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81" name="Google Shape;2281;p89"/>
          <p:cNvSpPr txBox="1"/>
          <p:nvPr/>
        </p:nvSpPr>
        <p:spPr>
          <a:xfrm>
            <a:off x="190938" y="4416200"/>
            <a:ext cx="433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Self-Assessed Likelihood to Participate in Class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(Scale: 0-100)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2" name="Google Shape;2282;p89"/>
          <p:cNvSpPr/>
          <p:nvPr/>
        </p:nvSpPr>
        <p:spPr>
          <a:xfrm>
            <a:off x="4932425" y="2132475"/>
            <a:ext cx="4020600" cy="6051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83" name="Google Shape;2283;p89"/>
          <p:cNvSpPr txBox="1"/>
          <p:nvPr/>
        </p:nvSpPr>
        <p:spPr>
          <a:xfrm>
            <a:off x="4988278" y="2213667"/>
            <a:ext cx="382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Post Class Recall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4" name="Google Shape;2284;p89"/>
          <p:cNvSpPr/>
          <p:nvPr/>
        </p:nvSpPr>
        <p:spPr>
          <a:xfrm>
            <a:off x="4932450" y="2901600"/>
            <a:ext cx="4020600" cy="6051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85" name="Google Shape;2285;p89"/>
          <p:cNvSpPr txBox="1"/>
          <p:nvPr/>
        </p:nvSpPr>
        <p:spPr>
          <a:xfrm>
            <a:off x="4994395" y="3017466"/>
            <a:ext cx="391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Post Class Participation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6" name="Google Shape;2286;p89"/>
          <p:cNvSpPr/>
          <p:nvPr/>
        </p:nvSpPr>
        <p:spPr>
          <a:xfrm>
            <a:off x="4932463" y="3670725"/>
            <a:ext cx="4014900" cy="6051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287" name="Google Shape;2287;p89"/>
          <p:cNvSpPr txBox="1"/>
          <p:nvPr/>
        </p:nvSpPr>
        <p:spPr>
          <a:xfrm>
            <a:off x="4953427" y="3798175"/>
            <a:ext cx="398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 Class Understanding of Material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90"/>
          <p:cNvSpPr txBox="1"/>
          <p:nvPr>
            <p:ph idx="4294967295" type="subTitle"/>
          </p:nvPr>
        </p:nvSpPr>
        <p:spPr>
          <a:xfrm>
            <a:off x="1950263" y="2398638"/>
            <a:ext cx="2314500" cy="3462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Method of Collection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3" name="Google Shape;2293;p90"/>
          <p:cNvSpPr txBox="1"/>
          <p:nvPr>
            <p:ph idx="4294967295" type="subTitle"/>
          </p:nvPr>
        </p:nvSpPr>
        <p:spPr>
          <a:xfrm>
            <a:off x="1950250" y="2812675"/>
            <a:ext cx="2314500" cy="20142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- </a:t>
            </a: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Access was restricted to MSBA students and the professor to ensure participant eligibility and prevent external responses</a:t>
            </a:r>
            <a:endParaRPr sz="1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- </a:t>
            </a: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Collected responses through Qualtrics surveys</a:t>
            </a:r>
            <a:endParaRPr sz="13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94" name="Google Shape;2294;p90"/>
          <p:cNvSpPr txBox="1"/>
          <p:nvPr>
            <p:ph idx="4294967295" type="subTitle"/>
          </p:nvPr>
        </p:nvSpPr>
        <p:spPr>
          <a:xfrm>
            <a:off x="4879238" y="2812675"/>
            <a:ext cx="2314500" cy="2014200"/>
          </a:xfrm>
          <a:prstGeom prst="rect">
            <a:avLst/>
          </a:prstGeom>
          <a:solidFill>
            <a:srgbClr val="6D9EEB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- 92 </a:t>
            </a: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students participated</a:t>
            </a:r>
            <a:endParaRPr sz="1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- 60</a:t>
            </a: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% completed the Pre-Class Survey</a:t>
            </a:r>
            <a:endParaRPr sz="1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- </a:t>
            </a: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Only 40% completed the </a:t>
            </a:r>
            <a:r>
              <a:rPr lang="en" sz="1300">
                <a:latin typeface="Lexend Medium"/>
                <a:ea typeface="Lexend Medium"/>
                <a:cs typeface="Lexend Medium"/>
                <a:sym typeface="Lexend Medium"/>
              </a:rPr>
              <a:t>Post-Class Survey</a:t>
            </a:r>
            <a:endParaRPr sz="1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90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90"/>
          <p:cNvSpPr txBox="1"/>
          <p:nvPr>
            <p:ph idx="4294967295" type="title"/>
          </p:nvPr>
        </p:nvSpPr>
        <p:spPr>
          <a:xfrm>
            <a:off x="606450" y="353225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Data Collection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297" name="Google Shape;2297;p90"/>
          <p:cNvGrpSpPr/>
          <p:nvPr/>
        </p:nvGrpSpPr>
        <p:grpSpPr>
          <a:xfrm>
            <a:off x="2510913" y="1371588"/>
            <a:ext cx="1258500" cy="902350"/>
            <a:chOff x="1209150" y="2242475"/>
            <a:chExt cx="1258500" cy="902350"/>
          </a:xfrm>
        </p:grpSpPr>
        <p:sp>
          <p:nvSpPr>
            <p:cNvPr id="2298" name="Google Shape;2298;p90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90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00" name="Google Shape;2300;p90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2301" name="Google Shape;2301;p90"/>
          <p:cNvGrpSpPr/>
          <p:nvPr/>
        </p:nvGrpSpPr>
        <p:grpSpPr>
          <a:xfrm>
            <a:off x="5356821" y="1371588"/>
            <a:ext cx="1258500" cy="902350"/>
            <a:chOff x="2998000" y="2242475"/>
            <a:chExt cx="1258500" cy="902350"/>
          </a:xfrm>
        </p:grpSpPr>
        <p:sp>
          <p:nvSpPr>
            <p:cNvPr id="2302" name="Google Shape;2302;p90"/>
            <p:cNvSpPr/>
            <p:nvPr/>
          </p:nvSpPr>
          <p:spPr>
            <a:xfrm>
              <a:off x="30190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90"/>
            <p:cNvSpPr/>
            <p:nvPr/>
          </p:nvSpPr>
          <p:spPr>
            <a:xfrm>
              <a:off x="29980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04" name="Google Shape;2304;p90"/>
            <p:cNvCxnSpPr/>
            <p:nvPr/>
          </p:nvCxnSpPr>
          <p:spPr>
            <a:xfrm>
              <a:off x="29988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sp>
        <p:nvSpPr>
          <p:cNvPr id="2305" name="Google Shape;2305;p90"/>
          <p:cNvSpPr txBox="1"/>
          <p:nvPr>
            <p:ph idx="4294967295" type="subTitle"/>
          </p:nvPr>
        </p:nvSpPr>
        <p:spPr>
          <a:xfrm>
            <a:off x="4879225" y="2398650"/>
            <a:ext cx="2314500" cy="3462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Number of Responses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p91"/>
          <p:cNvSpPr/>
          <p:nvPr/>
        </p:nvSpPr>
        <p:spPr>
          <a:xfrm>
            <a:off x="5557950" y="3473150"/>
            <a:ext cx="3407400" cy="15000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91"/>
          <p:cNvSpPr/>
          <p:nvPr/>
        </p:nvSpPr>
        <p:spPr>
          <a:xfrm flipH="1">
            <a:off x="4755017" y="3973775"/>
            <a:ext cx="1917565" cy="1025628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8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5" y="893763"/>
                </a:cubicBezTo>
                <a:cubicBezTo>
                  <a:pt x="1516825" y="881761"/>
                  <a:pt x="1463993" y="766191"/>
                  <a:pt x="1473073" y="670751"/>
                </a:cubicBezTo>
                <a:cubicBezTo>
                  <a:pt x="1642300" y="653669"/>
                  <a:pt x="1775524" y="509778"/>
                  <a:pt x="1775524" y="336233"/>
                </a:cubicBezTo>
                <a:lnTo>
                  <a:pt x="1775524" y="336233"/>
                </a:lnTo>
                <a:cubicBezTo>
                  <a:pt x="1775524" y="151321"/>
                  <a:pt x="1624203" y="0"/>
                  <a:pt x="143929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2" name="Google Shape;2312;p91"/>
          <p:cNvSpPr txBox="1"/>
          <p:nvPr/>
        </p:nvSpPr>
        <p:spPr>
          <a:xfrm>
            <a:off x="5088850" y="4055450"/>
            <a:ext cx="14445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Z-Test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91"/>
          <p:cNvSpPr txBox="1"/>
          <p:nvPr/>
        </p:nvSpPr>
        <p:spPr>
          <a:xfrm>
            <a:off x="6533350" y="3604475"/>
            <a:ext cx="224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P-Value = </a:t>
            </a:r>
            <a:r>
              <a:rPr lang="en" sz="2000">
                <a:solidFill>
                  <a:schemeClr val="dk1"/>
                </a:solidFill>
                <a:highlight>
                  <a:srgbClr val="B6D7A8"/>
                </a:highlight>
                <a:latin typeface="Lexend Light"/>
                <a:ea typeface="Lexend Light"/>
                <a:cs typeface="Lexend Light"/>
                <a:sym typeface="Lexend Light"/>
              </a:rPr>
              <a:t>0.12</a:t>
            </a:r>
            <a:endParaRPr sz="2000">
              <a:solidFill>
                <a:schemeClr val="dk1"/>
              </a:solidFill>
              <a:highlight>
                <a:srgbClr val="B6D7A8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Randomization was properly conducted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14" name="Google Shape;2314;p91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91"/>
          <p:cNvSpPr txBox="1"/>
          <p:nvPr>
            <p:ph idx="4294967295" type="title"/>
          </p:nvPr>
        </p:nvSpPr>
        <p:spPr>
          <a:xfrm>
            <a:off x="542100" y="377475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Randomization Method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16" name="Google Shape;231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38" y="1567550"/>
            <a:ext cx="5493264" cy="217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7" name="Google Shape;2317;p91"/>
          <p:cNvSpPr txBox="1"/>
          <p:nvPr/>
        </p:nvSpPr>
        <p:spPr>
          <a:xfrm>
            <a:off x="874025" y="1142413"/>
            <a:ext cx="41025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Balance Check Using Regression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18" name="Google Shape;2318;p91"/>
          <p:cNvGrpSpPr/>
          <p:nvPr/>
        </p:nvGrpSpPr>
        <p:grpSpPr>
          <a:xfrm>
            <a:off x="6096597" y="1762305"/>
            <a:ext cx="2518512" cy="1262088"/>
            <a:chOff x="5351018" y="4955476"/>
            <a:chExt cx="3054223" cy="1380236"/>
          </a:xfrm>
        </p:grpSpPr>
        <p:sp>
          <p:nvSpPr>
            <p:cNvPr id="2319" name="Google Shape;2319;p91"/>
            <p:cNvSpPr/>
            <p:nvPr/>
          </p:nvSpPr>
          <p:spPr>
            <a:xfrm>
              <a:off x="5411978" y="5018976"/>
              <a:ext cx="2932239" cy="1253236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Lexend"/>
                  <a:ea typeface="Lexend"/>
                  <a:cs typeface="Lexend"/>
                  <a:sym typeface="Lexend"/>
                </a:rPr>
                <a:t>We used stratified random assignment with gender-based blocking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0" name="Google Shape;2320;p91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1" name="Google Shape;2321;p91"/>
            <p:cNvSpPr/>
            <p:nvPr/>
          </p:nvSpPr>
          <p:spPr>
            <a:xfrm>
              <a:off x="5351018" y="6208712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2" name="Google Shape;2322;p91"/>
            <p:cNvSpPr/>
            <p:nvPr/>
          </p:nvSpPr>
          <p:spPr>
            <a:xfrm>
              <a:off x="8283321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3" name="Google Shape;2323;p91"/>
            <p:cNvSpPr/>
            <p:nvPr/>
          </p:nvSpPr>
          <p:spPr>
            <a:xfrm>
              <a:off x="8283321" y="6208712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24" name="Google Shape;2324;p91"/>
          <p:cNvSpPr/>
          <p:nvPr/>
        </p:nvSpPr>
        <p:spPr>
          <a:xfrm>
            <a:off x="235625" y="2087700"/>
            <a:ext cx="5379300" cy="196500"/>
          </a:xfrm>
          <a:prstGeom prst="flowChartAlternateProcess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91"/>
          <p:cNvSpPr/>
          <p:nvPr/>
        </p:nvSpPr>
        <p:spPr>
          <a:xfrm>
            <a:off x="4136700" y="3513950"/>
            <a:ext cx="1478100" cy="196500"/>
          </a:xfrm>
          <a:prstGeom prst="flowChartAlternateProcess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92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92"/>
          <p:cNvSpPr txBox="1"/>
          <p:nvPr>
            <p:ph idx="4294967295" type="title"/>
          </p:nvPr>
        </p:nvSpPr>
        <p:spPr>
          <a:xfrm>
            <a:off x="542100" y="377475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Power Analysis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aphicFrame>
        <p:nvGraphicFramePr>
          <p:cNvPr id="2332" name="Google Shape;2332;p92"/>
          <p:cNvGraphicFramePr/>
          <p:nvPr/>
        </p:nvGraphicFramePr>
        <p:xfrm>
          <a:off x="340675" y="16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{6A2E8C9D-1087-4260-A224-74DB62FB3633}</a:tableStyleId>
              </a:tblPr>
              <a:tblGrid>
                <a:gridCol w="3207900"/>
                <a:gridCol w="2563025"/>
                <a:gridCol w="2563025"/>
              </a:tblGrid>
              <a:tr h="3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Outcome Variable 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Sample Size Used 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Sample Size Needed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Post Class Recall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Post Class Participation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 Class Understanding of Material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344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3" name="Google Shape;2333;p92"/>
          <p:cNvSpPr/>
          <p:nvPr/>
        </p:nvSpPr>
        <p:spPr>
          <a:xfrm>
            <a:off x="2836050" y="3420175"/>
            <a:ext cx="3471900" cy="1544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4" name="Google Shape;2334;p92"/>
          <p:cNvGrpSpPr/>
          <p:nvPr/>
        </p:nvGrpSpPr>
        <p:grpSpPr>
          <a:xfrm>
            <a:off x="2935075" y="3532332"/>
            <a:ext cx="277873" cy="68400"/>
            <a:chOff x="411700" y="2420932"/>
            <a:chExt cx="277873" cy="68400"/>
          </a:xfrm>
        </p:grpSpPr>
        <p:sp>
          <p:nvSpPr>
            <p:cNvPr id="2335" name="Google Shape;2335;p92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92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92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8" name="Google Shape;2338;p92"/>
          <p:cNvSpPr txBox="1"/>
          <p:nvPr>
            <p:ph idx="4294967295" type="subTitle"/>
          </p:nvPr>
        </p:nvSpPr>
        <p:spPr>
          <a:xfrm>
            <a:off x="2836050" y="3536088"/>
            <a:ext cx="3471900" cy="11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600">
                <a:highlight>
                  <a:srgbClr val="FFFFFF"/>
                </a:highlight>
              </a:rPr>
              <a:t>Power analysis revealed that our experiment was </a:t>
            </a:r>
            <a:r>
              <a:rPr b="1" lang="en" sz="1600">
                <a:solidFill>
                  <a:srgbClr val="FF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underpowered</a:t>
            </a:r>
            <a:r>
              <a:rPr lang="en" sz="1600">
                <a:highlight>
                  <a:srgbClr val="FFFFFF"/>
                </a:highlight>
              </a:rPr>
              <a:t>, indicating an insufficient sample size to reliably detect the desired effect.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339" name="Google Shape;2339;p92"/>
          <p:cNvSpPr txBox="1"/>
          <p:nvPr/>
        </p:nvSpPr>
        <p:spPr>
          <a:xfrm>
            <a:off x="297600" y="1106738"/>
            <a:ext cx="842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target effect size for our three outcome variables was 10%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93"/>
          <p:cNvSpPr/>
          <p:nvPr/>
        </p:nvSpPr>
        <p:spPr>
          <a:xfrm>
            <a:off x="408967" y="1271175"/>
            <a:ext cx="3030600" cy="3605400"/>
          </a:xfrm>
          <a:prstGeom prst="roundRect">
            <a:avLst>
              <a:gd fmla="val 472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93"/>
          <p:cNvSpPr txBox="1"/>
          <p:nvPr/>
        </p:nvSpPr>
        <p:spPr>
          <a:xfrm>
            <a:off x="178650" y="3995090"/>
            <a:ext cx="3030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46" name="Google Shape;234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76" y="1974654"/>
            <a:ext cx="2717580" cy="2682395"/>
          </a:xfrm>
          <a:prstGeom prst="rect">
            <a:avLst/>
          </a:prstGeom>
          <a:noFill/>
          <a:ln>
            <a:noFill/>
          </a:ln>
        </p:spPr>
      </p:pic>
      <p:sp>
        <p:nvSpPr>
          <p:cNvPr id="2347" name="Google Shape;2347;p93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93"/>
          <p:cNvSpPr txBox="1"/>
          <p:nvPr>
            <p:ph type="title"/>
          </p:nvPr>
        </p:nvSpPr>
        <p:spPr>
          <a:xfrm>
            <a:off x="544725" y="353225"/>
            <a:ext cx="808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EDA</a:t>
            </a:r>
            <a:endParaRPr sz="3000"/>
          </a:p>
        </p:txBody>
      </p:sp>
      <p:graphicFrame>
        <p:nvGraphicFramePr>
          <p:cNvPr id="2349" name="Google Shape;2349;p93"/>
          <p:cNvGraphicFramePr/>
          <p:nvPr/>
        </p:nvGraphicFramePr>
        <p:xfrm>
          <a:off x="3650550" y="233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{9A47C57B-DAD5-4FEC-A1FB-9EF205700955}</a:tableStyleId>
              </a:tblPr>
              <a:tblGrid>
                <a:gridCol w="1771600"/>
                <a:gridCol w="1771600"/>
                <a:gridCol w="1771600"/>
              </a:tblGrid>
              <a:tr h="41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Percent of Complete Surveys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Percent of Incomplete Surveys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6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 the Case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6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Didn’t Read the Case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grpSp>
        <p:nvGrpSpPr>
          <p:cNvPr id="2350" name="Google Shape;2350;p93"/>
          <p:cNvGrpSpPr/>
          <p:nvPr/>
        </p:nvGrpSpPr>
        <p:grpSpPr>
          <a:xfrm>
            <a:off x="3650550" y="1222213"/>
            <a:ext cx="3313407" cy="1014987"/>
            <a:chOff x="3055725" y="715438"/>
            <a:chExt cx="3313407" cy="1014987"/>
          </a:xfrm>
        </p:grpSpPr>
        <p:grpSp>
          <p:nvGrpSpPr>
            <p:cNvPr id="2351" name="Google Shape;2351;p93"/>
            <p:cNvGrpSpPr/>
            <p:nvPr/>
          </p:nvGrpSpPr>
          <p:grpSpPr>
            <a:xfrm>
              <a:off x="3055725" y="715438"/>
              <a:ext cx="3103050" cy="786500"/>
              <a:chOff x="3007925" y="673613"/>
              <a:chExt cx="3103050" cy="786500"/>
            </a:xfrm>
          </p:grpSpPr>
          <p:sp>
            <p:nvSpPr>
              <p:cNvPr id="2352" name="Google Shape;2352;p93"/>
              <p:cNvSpPr/>
              <p:nvPr/>
            </p:nvSpPr>
            <p:spPr>
              <a:xfrm>
                <a:off x="3077725" y="721550"/>
                <a:ext cx="2973300" cy="6780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120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300">
                    <a:solidFill>
                      <a:schemeClr val="dk1"/>
                    </a:solidFill>
                  </a:rPr>
                  <a:t>Comparison of Student Completion Rates for the Initial Survey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2353" name="Google Shape;2353;p93"/>
              <p:cNvSpPr/>
              <p:nvPr/>
            </p:nvSpPr>
            <p:spPr>
              <a:xfrm>
                <a:off x="3007925" y="6736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4" name="Google Shape;2354;p93"/>
              <p:cNvSpPr/>
              <p:nvPr/>
            </p:nvSpPr>
            <p:spPr>
              <a:xfrm>
                <a:off x="5973275" y="6736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93"/>
              <p:cNvSpPr/>
              <p:nvPr/>
            </p:nvSpPr>
            <p:spPr>
              <a:xfrm>
                <a:off x="5973275" y="13210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93"/>
              <p:cNvSpPr/>
              <p:nvPr/>
            </p:nvSpPr>
            <p:spPr>
              <a:xfrm>
                <a:off x="3007925" y="1311913"/>
                <a:ext cx="137700" cy="148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 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2357" name="Google Shape;2357;p93"/>
            <p:cNvSpPr/>
            <p:nvPr/>
          </p:nvSpPr>
          <p:spPr>
            <a:xfrm rot="-2281323">
              <a:off x="6037771" y="1389972"/>
              <a:ext cx="271725" cy="287249"/>
            </a:xfrm>
            <a:custGeom>
              <a:rect b="b" l="l" r="r" t="t"/>
              <a:pathLst>
                <a:path extrusionOk="0" h="5504" w="5206">
                  <a:moveTo>
                    <a:pt x="2726" y="0"/>
                  </a:moveTo>
                  <a:lnTo>
                    <a:pt x="0" y="5493"/>
                  </a:lnTo>
                  <a:lnTo>
                    <a:pt x="2591" y="4653"/>
                  </a:lnTo>
                  <a:lnTo>
                    <a:pt x="5206" y="5504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358" name="Google Shape;2358;p93"/>
          <p:cNvGrpSpPr/>
          <p:nvPr/>
        </p:nvGrpSpPr>
        <p:grpSpPr>
          <a:xfrm>
            <a:off x="7549767" y="3654600"/>
            <a:ext cx="1315930" cy="1104901"/>
            <a:chOff x="-1501353" y="1025810"/>
            <a:chExt cx="1717700" cy="1191525"/>
          </a:xfrm>
        </p:grpSpPr>
        <p:sp>
          <p:nvSpPr>
            <p:cNvPr id="2359" name="Google Shape;2359;p93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0" name="Google Shape;2360;p93"/>
            <p:cNvSpPr/>
            <p:nvPr/>
          </p:nvSpPr>
          <p:spPr>
            <a:xfrm>
              <a:off x="-1501353" y="1674482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1" name="Google Shape;2361;p93"/>
            <p:cNvSpPr/>
            <p:nvPr/>
          </p:nvSpPr>
          <p:spPr>
            <a:xfrm>
              <a:off x="-1501353" y="1458272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2" name="Google Shape;2362;p93"/>
            <p:cNvSpPr/>
            <p:nvPr/>
          </p:nvSpPr>
          <p:spPr>
            <a:xfrm>
              <a:off x="-1501353" y="1242021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3" name="Google Shape;2363;p93"/>
            <p:cNvSpPr/>
            <p:nvPr/>
          </p:nvSpPr>
          <p:spPr>
            <a:xfrm>
              <a:off x="-1501353" y="1025810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64" name="Google Shape;2364;p93"/>
          <p:cNvSpPr txBox="1"/>
          <p:nvPr/>
        </p:nvSpPr>
        <p:spPr>
          <a:xfrm>
            <a:off x="565463" y="1423787"/>
            <a:ext cx="27177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Response Bias</a:t>
            </a:r>
            <a:endParaRPr b="1" sz="1600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9" name="Google Shape;2369;p94"/>
          <p:cNvCxnSpPr/>
          <p:nvPr/>
        </p:nvCxnSpPr>
        <p:spPr>
          <a:xfrm rot="10800000">
            <a:off x="5654175" y="3084250"/>
            <a:ext cx="0" cy="134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70" name="Google Shape;2370;p94"/>
          <p:cNvGrpSpPr/>
          <p:nvPr/>
        </p:nvGrpSpPr>
        <p:grpSpPr>
          <a:xfrm>
            <a:off x="6242196" y="3630425"/>
            <a:ext cx="1642980" cy="1139694"/>
            <a:chOff x="-1501353" y="1025810"/>
            <a:chExt cx="1717700" cy="1191525"/>
          </a:xfrm>
        </p:grpSpPr>
        <p:sp>
          <p:nvSpPr>
            <p:cNvPr id="2371" name="Google Shape;2371;p94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2" name="Google Shape;2372;p94"/>
            <p:cNvSpPr/>
            <p:nvPr/>
          </p:nvSpPr>
          <p:spPr>
            <a:xfrm>
              <a:off x="-1501353" y="1674482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3" name="Google Shape;2373;p94"/>
            <p:cNvSpPr/>
            <p:nvPr/>
          </p:nvSpPr>
          <p:spPr>
            <a:xfrm>
              <a:off x="-1501353" y="1458272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4" name="Google Shape;2374;p94"/>
            <p:cNvSpPr/>
            <p:nvPr/>
          </p:nvSpPr>
          <p:spPr>
            <a:xfrm>
              <a:off x="-1501353" y="1242021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5" name="Google Shape;2375;p94"/>
            <p:cNvSpPr/>
            <p:nvPr/>
          </p:nvSpPr>
          <p:spPr>
            <a:xfrm>
              <a:off x="-1501353" y="1025810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76" name="Google Shape;2376;p94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94"/>
          <p:cNvSpPr txBox="1"/>
          <p:nvPr>
            <p:ph idx="4294967295" type="title"/>
          </p:nvPr>
        </p:nvSpPr>
        <p:spPr>
          <a:xfrm>
            <a:off x="542100" y="377475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ATE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aphicFrame>
        <p:nvGraphicFramePr>
          <p:cNvPr id="2378" name="Google Shape;2378;p94"/>
          <p:cNvGraphicFramePr/>
          <p:nvPr/>
        </p:nvGraphicFramePr>
        <p:xfrm>
          <a:off x="340675" y="148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{6A2E8C9D-1087-4260-A224-74DB62FB3633}</a:tableStyleId>
              </a:tblPr>
              <a:tblGrid>
                <a:gridCol w="3207900"/>
                <a:gridCol w="2563025"/>
                <a:gridCol w="2563025"/>
              </a:tblGrid>
              <a:tr h="3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Outcome Variable 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ATE</a:t>
                      </a:r>
                      <a:r>
                        <a:rPr b="1" lang="en"/>
                        <a:t> 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P-Value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Post Class Recall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-2.65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Post Class Participation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4.34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Understanding of Material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5.03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9" name="Google Shape;2379;p94"/>
          <p:cNvSpPr/>
          <p:nvPr/>
        </p:nvSpPr>
        <p:spPr>
          <a:xfrm>
            <a:off x="1130125" y="3404025"/>
            <a:ext cx="4285800" cy="1451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94"/>
          <p:cNvSpPr txBox="1"/>
          <p:nvPr>
            <p:ph idx="4294967295" type="subTitle"/>
          </p:nvPr>
        </p:nvSpPr>
        <p:spPr>
          <a:xfrm>
            <a:off x="1130125" y="3404031"/>
            <a:ext cx="4285800" cy="13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highlight>
                  <a:srgbClr val="FFFFFF"/>
                </a:highlight>
              </a:rPr>
              <a:t>The p-values for all outcome variables exceed 0.05, indicating that the ATE is </a:t>
            </a:r>
            <a:r>
              <a:rPr b="1" lang="en" sz="1700">
                <a:solidFill>
                  <a:srgbClr val="FF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not statistically significant</a:t>
            </a:r>
            <a:r>
              <a:rPr lang="en" sz="1700">
                <a:highlight>
                  <a:srgbClr val="FFFFFF"/>
                </a:highlight>
              </a:rPr>
              <a:t>.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95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95"/>
          <p:cNvSpPr txBox="1"/>
          <p:nvPr>
            <p:ph idx="4294967295" type="title"/>
          </p:nvPr>
        </p:nvSpPr>
        <p:spPr>
          <a:xfrm>
            <a:off x="282300" y="415625"/>
            <a:ext cx="85794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Understanding of Material ~ Treatment + Covariates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87" name="Google Shape;238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525" y="1371600"/>
            <a:ext cx="4194675" cy="31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8" name="Google Shape;2388;p95"/>
          <p:cNvSpPr/>
          <p:nvPr/>
        </p:nvSpPr>
        <p:spPr>
          <a:xfrm>
            <a:off x="6841875" y="2191850"/>
            <a:ext cx="647400" cy="196500"/>
          </a:xfrm>
          <a:prstGeom prst="flowChartAlternateProcess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89" name="Google Shape;2389;p95"/>
          <p:cNvGrpSpPr/>
          <p:nvPr/>
        </p:nvGrpSpPr>
        <p:grpSpPr>
          <a:xfrm>
            <a:off x="754349" y="1914040"/>
            <a:ext cx="2955542" cy="1790843"/>
            <a:chOff x="6693800" y="2217325"/>
            <a:chExt cx="2156700" cy="1207500"/>
          </a:xfrm>
        </p:grpSpPr>
        <p:sp>
          <p:nvSpPr>
            <p:cNvPr id="2390" name="Google Shape;2390;p95"/>
            <p:cNvSpPr/>
            <p:nvPr/>
          </p:nvSpPr>
          <p:spPr>
            <a:xfrm>
              <a:off x="6693800" y="2217325"/>
              <a:ext cx="2156700" cy="1207500"/>
            </a:xfrm>
            <a:prstGeom prst="roundRect">
              <a:avLst>
                <a:gd fmla="val 48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1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</a:rPr>
                <a:t>Prior knowledge of the subject (causality in this case) significantly enhances students' understanding</a:t>
              </a:r>
              <a:endParaRPr sz="1600"/>
            </a:p>
          </p:txBody>
        </p:sp>
        <p:sp>
          <p:nvSpPr>
            <p:cNvPr id="2391" name="Google Shape;2391;p95"/>
            <p:cNvSpPr/>
            <p:nvPr/>
          </p:nvSpPr>
          <p:spPr>
            <a:xfrm>
              <a:off x="6768750" y="228155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95"/>
            <p:cNvSpPr/>
            <p:nvPr/>
          </p:nvSpPr>
          <p:spPr>
            <a:xfrm>
              <a:off x="6873486" y="228155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95"/>
            <p:cNvSpPr/>
            <p:nvPr/>
          </p:nvSpPr>
          <p:spPr>
            <a:xfrm>
              <a:off x="6978223" y="228155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p96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96"/>
          <p:cNvSpPr txBox="1"/>
          <p:nvPr>
            <p:ph idx="4294967295" type="title"/>
          </p:nvPr>
        </p:nvSpPr>
        <p:spPr>
          <a:xfrm>
            <a:off x="178650" y="401675"/>
            <a:ext cx="86319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Class Participation ~ Treatment + Likeliness to Participate</a:t>
            </a:r>
            <a:endParaRPr sz="3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00" name="Google Shape;240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75" y="1271000"/>
            <a:ext cx="3752625" cy="323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527" y="1438137"/>
            <a:ext cx="4175173" cy="28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96"/>
          <p:cNvSpPr/>
          <p:nvPr/>
        </p:nvSpPr>
        <p:spPr>
          <a:xfrm>
            <a:off x="7061475" y="1949125"/>
            <a:ext cx="647400" cy="196500"/>
          </a:xfrm>
          <a:prstGeom prst="flowChartAlternateProcess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97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97"/>
          <p:cNvSpPr txBox="1"/>
          <p:nvPr>
            <p:ph idx="4294967295" type="title"/>
          </p:nvPr>
        </p:nvSpPr>
        <p:spPr>
          <a:xfrm>
            <a:off x="316800" y="401675"/>
            <a:ext cx="85104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Post Class Recall ~ Treatment * Read StubHub Case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09" name="Google Shape;240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13" y="1371600"/>
            <a:ext cx="4560712" cy="304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0" name="Google Shape;2410;p97"/>
          <p:cNvSpPr/>
          <p:nvPr/>
        </p:nvSpPr>
        <p:spPr>
          <a:xfrm>
            <a:off x="3466800" y="2554475"/>
            <a:ext cx="647400" cy="196500"/>
          </a:xfrm>
          <a:prstGeom prst="flowChartAlternateProcess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1" name="Google Shape;2411;p97"/>
          <p:cNvSpPr/>
          <p:nvPr/>
        </p:nvSpPr>
        <p:spPr>
          <a:xfrm>
            <a:off x="3466800" y="2914950"/>
            <a:ext cx="647400" cy="196500"/>
          </a:xfrm>
          <a:prstGeom prst="flowChartAlternateProcess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2" name="Google Shape;2412;p97"/>
          <p:cNvSpPr/>
          <p:nvPr/>
        </p:nvSpPr>
        <p:spPr>
          <a:xfrm>
            <a:off x="6047123" y="1462875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13" name="Google Shape;2413;p97"/>
          <p:cNvSpPr/>
          <p:nvPr/>
        </p:nvSpPr>
        <p:spPr>
          <a:xfrm>
            <a:off x="6117500" y="1578225"/>
            <a:ext cx="2115300" cy="263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414" name="Google Shape;2414;p97"/>
          <p:cNvSpPr txBox="1"/>
          <p:nvPr/>
        </p:nvSpPr>
        <p:spPr>
          <a:xfrm>
            <a:off x="6252475" y="2030025"/>
            <a:ext cx="1837800" cy="1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Lexend"/>
                <a:ea typeface="Lexend"/>
                <a:cs typeface="Lexend"/>
                <a:sym typeface="Lexend"/>
              </a:rPr>
              <a:t>Students who read the case beforehand </a:t>
            </a: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performed better in the treatment group.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p98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98"/>
          <p:cNvSpPr txBox="1"/>
          <p:nvPr>
            <p:ph idx="4294967295" type="title"/>
          </p:nvPr>
        </p:nvSpPr>
        <p:spPr>
          <a:xfrm>
            <a:off x="178650" y="401675"/>
            <a:ext cx="87012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Understanding of Material ~ Treatment * Gender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21" name="Google Shape;242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100" y="1308100"/>
            <a:ext cx="4010350" cy="33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2" name="Google Shape;2422;p98"/>
          <p:cNvSpPr/>
          <p:nvPr/>
        </p:nvSpPr>
        <p:spPr>
          <a:xfrm>
            <a:off x="2900450" y="2954700"/>
            <a:ext cx="647400" cy="196500"/>
          </a:xfrm>
          <a:prstGeom prst="flowChartAlternateProcess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3" name="Google Shape;2423;p98"/>
          <p:cNvSpPr/>
          <p:nvPr/>
        </p:nvSpPr>
        <p:spPr>
          <a:xfrm>
            <a:off x="2900450" y="2191850"/>
            <a:ext cx="647400" cy="196500"/>
          </a:xfrm>
          <a:prstGeom prst="flowChartAlternateProcess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24" name="Google Shape;2424;p98"/>
          <p:cNvGrpSpPr/>
          <p:nvPr/>
        </p:nvGrpSpPr>
        <p:grpSpPr>
          <a:xfrm>
            <a:off x="5815350" y="1570075"/>
            <a:ext cx="2156700" cy="1207500"/>
            <a:chOff x="6693800" y="2217325"/>
            <a:chExt cx="2156700" cy="1207500"/>
          </a:xfrm>
        </p:grpSpPr>
        <p:sp>
          <p:nvSpPr>
            <p:cNvPr id="2425" name="Google Shape;2425;p98"/>
            <p:cNvSpPr/>
            <p:nvPr/>
          </p:nvSpPr>
          <p:spPr>
            <a:xfrm>
              <a:off x="6693800" y="2217325"/>
              <a:ext cx="2156700" cy="1207500"/>
            </a:xfrm>
            <a:prstGeom prst="roundRect">
              <a:avLst>
                <a:gd fmla="val 48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1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98"/>
            <p:cNvSpPr/>
            <p:nvPr/>
          </p:nvSpPr>
          <p:spPr>
            <a:xfrm>
              <a:off x="6768750" y="228155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98"/>
            <p:cNvSpPr/>
            <p:nvPr/>
          </p:nvSpPr>
          <p:spPr>
            <a:xfrm>
              <a:off x="6873486" y="228155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98"/>
            <p:cNvSpPr/>
            <p:nvPr/>
          </p:nvSpPr>
          <p:spPr>
            <a:xfrm>
              <a:off x="6978223" y="228155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9" name="Google Shape;2429;p98"/>
          <p:cNvSpPr txBox="1"/>
          <p:nvPr/>
        </p:nvSpPr>
        <p:spPr>
          <a:xfrm>
            <a:off x="5851675" y="1774725"/>
            <a:ext cx="20805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Heterogeneous</a:t>
            </a: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Treatment Effect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0" name="Google Shape;2430;p98"/>
          <p:cNvSpPr txBox="1"/>
          <p:nvPr/>
        </p:nvSpPr>
        <p:spPr>
          <a:xfrm>
            <a:off x="5285300" y="2976800"/>
            <a:ext cx="33750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Effect on Female: -9.6 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Effect on Male: -9.6 + 26**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			=  16.4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5" name="Google Shape;2435;p99"/>
          <p:cNvGrpSpPr/>
          <p:nvPr/>
        </p:nvGrpSpPr>
        <p:grpSpPr>
          <a:xfrm>
            <a:off x="1253929" y="1586171"/>
            <a:ext cx="1072368" cy="757162"/>
            <a:chOff x="1209150" y="2242475"/>
            <a:chExt cx="1258500" cy="902350"/>
          </a:xfrm>
        </p:grpSpPr>
        <p:sp>
          <p:nvSpPr>
            <p:cNvPr id="2436" name="Google Shape;2436;p99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99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38" name="Google Shape;2438;p99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2439" name="Google Shape;2439;p99"/>
          <p:cNvGrpSpPr/>
          <p:nvPr/>
        </p:nvGrpSpPr>
        <p:grpSpPr>
          <a:xfrm>
            <a:off x="4000904" y="1586166"/>
            <a:ext cx="1072368" cy="757162"/>
            <a:chOff x="2998000" y="2242475"/>
            <a:chExt cx="1258500" cy="902350"/>
          </a:xfrm>
        </p:grpSpPr>
        <p:sp>
          <p:nvSpPr>
            <p:cNvPr id="2440" name="Google Shape;2440;p99"/>
            <p:cNvSpPr/>
            <p:nvPr/>
          </p:nvSpPr>
          <p:spPr>
            <a:xfrm>
              <a:off x="30190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99"/>
            <p:cNvSpPr/>
            <p:nvPr/>
          </p:nvSpPr>
          <p:spPr>
            <a:xfrm>
              <a:off x="29980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42" name="Google Shape;2442;p99"/>
            <p:cNvCxnSpPr/>
            <p:nvPr/>
          </p:nvCxnSpPr>
          <p:spPr>
            <a:xfrm>
              <a:off x="29988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2443" name="Google Shape;2443;p99"/>
          <p:cNvGrpSpPr/>
          <p:nvPr/>
        </p:nvGrpSpPr>
        <p:grpSpPr>
          <a:xfrm>
            <a:off x="6747879" y="1586166"/>
            <a:ext cx="1072368" cy="757162"/>
            <a:chOff x="4786850" y="2242475"/>
            <a:chExt cx="1258500" cy="902350"/>
          </a:xfrm>
        </p:grpSpPr>
        <p:sp>
          <p:nvSpPr>
            <p:cNvPr id="2444" name="Google Shape;2444;p99"/>
            <p:cNvSpPr/>
            <p:nvPr/>
          </p:nvSpPr>
          <p:spPr>
            <a:xfrm>
              <a:off x="48079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99"/>
            <p:cNvSpPr/>
            <p:nvPr/>
          </p:nvSpPr>
          <p:spPr>
            <a:xfrm>
              <a:off x="47868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46" name="Google Shape;2446;p99"/>
            <p:cNvCxnSpPr/>
            <p:nvPr/>
          </p:nvCxnSpPr>
          <p:spPr>
            <a:xfrm>
              <a:off x="47876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sp>
        <p:nvSpPr>
          <p:cNvPr id="2447" name="Google Shape;2447;p99"/>
          <p:cNvSpPr txBox="1"/>
          <p:nvPr>
            <p:ph idx="4294967295" type="subTitle"/>
          </p:nvPr>
        </p:nvSpPr>
        <p:spPr>
          <a:xfrm>
            <a:off x="563413" y="2526825"/>
            <a:ext cx="2453400" cy="2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Limited Participant Pool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8" name="Google Shape;2448;p99"/>
          <p:cNvSpPr txBox="1"/>
          <p:nvPr>
            <p:ph idx="4294967295" type="subTitle"/>
          </p:nvPr>
        </p:nvSpPr>
        <p:spPr>
          <a:xfrm>
            <a:off x="3555888" y="2498925"/>
            <a:ext cx="2032200" cy="3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Non-Compliance &amp; Survey Completion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9" name="Google Shape;2449;p99"/>
          <p:cNvSpPr txBox="1"/>
          <p:nvPr/>
        </p:nvSpPr>
        <p:spPr>
          <a:xfrm>
            <a:off x="6127163" y="2526825"/>
            <a:ext cx="236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Low Post-Class Survey Completion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0" name="Google Shape;2450;p99"/>
          <p:cNvSpPr txBox="1"/>
          <p:nvPr/>
        </p:nvSpPr>
        <p:spPr>
          <a:xfrm>
            <a:off x="1618825" y="41057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 Constraints and Survey Fatigue 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1" name="Google Shape;2451;p99"/>
          <p:cNvSpPr txBox="1"/>
          <p:nvPr/>
        </p:nvSpPr>
        <p:spPr>
          <a:xfrm>
            <a:off x="4682363" y="41057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Discrepancy Between Expected and Actual Recall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2" name="Google Shape;2452;p99"/>
          <p:cNvGrpSpPr/>
          <p:nvPr/>
        </p:nvGrpSpPr>
        <p:grpSpPr>
          <a:xfrm>
            <a:off x="2582656" y="3215751"/>
            <a:ext cx="1072368" cy="757162"/>
            <a:chOff x="6575700" y="2242475"/>
            <a:chExt cx="1258500" cy="902350"/>
          </a:xfrm>
        </p:grpSpPr>
        <p:sp>
          <p:nvSpPr>
            <p:cNvPr id="2453" name="Google Shape;2453;p99"/>
            <p:cNvSpPr/>
            <p:nvPr/>
          </p:nvSpPr>
          <p:spPr>
            <a:xfrm>
              <a:off x="65967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99"/>
            <p:cNvSpPr/>
            <p:nvPr/>
          </p:nvSpPr>
          <p:spPr>
            <a:xfrm>
              <a:off x="65757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55" name="Google Shape;2455;p99"/>
            <p:cNvCxnSpPr/>
            <p:nvPr/>
          </p:nvCxnSpPr>
          <p:spPr>
            <a:xfrm>
              <a:off x="65765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2456" name="Google Shape;2456;p99"/>
          <p:cNvGrpSpPr/>
          <p:nvPr/>
        </p:nvGrpSpPr>
        <p:grpSpPr>
          <a:xfrm>
            <a:off x="5588105" y="3215759"/>
            <a:ext cx="1072368" cy="757162"/>
            <a:chOff x="1209150" y="2242475"/>
            <a:chExt cx="1258500" cy="902350"/>
          </a:xfrm>
        </p:grpSpPr>
        <p:sp>
          <p:nvSpPr>
            <p:cNvPr id="2457" name="Google Shape;2457;p99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99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59" name="Google Shape;2459;p99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sp>
        <p:nvSpPr>
          <p:cNvPr id="2460" name="Google Shape;2460;p99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99"/>
          <p:cNvSpPr txBox="1"/>
          <p:nvPr>
            <p:ph idx="4294967295" type="title"/>
          </p:nvPr>
        </p:nvSpPr>
        <p:spPr>
          <a:xfrm>
            <a:off x="542100" y="377475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Limitations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p100"/>
          <p:cNvSpPr/>
          <p:nvPr/>
        </p:nvSpPr>
        <p:spPr>
          <a:xfrm>
            <a:off x="587700" y="1603000"/>
            <a:ext cx="7968600" cy="33480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grpSp>
        <p:nvGrpSpPr>
          <p:cNvPr id="2467" name="Google Shape;2467;p100"/>
          <p:cNvGrpSpPr/>
          <p:nvPr/>
        </p:nvGrpSpPr>
        <p:grpSpPr>
          <a:xfrm>
            <a:off x="3904138" y="501271"/>
            <a:ext cx="2740187" cy="1014987"/>
            <a:chOff x="3055725" y="715438"/>
            <a:chExt cx="3313407" cy="1014987"/>
          </a:xfrm>
        </p:grpSpPr>
        <p:grpSp>
          <p:nvGrpSpPr>
            <p:cNvPr id="2468" name="Google Shape;2468;p100"/>
            <p:cNvGrpSpPr/>
            <p:nvPr/>
          </p:nvGrpSpPr>
          <p:grpSpPr>
            <a:xfrm>
              <a:off x="3055725" y="715438"/>
              <a:ext cx="3103050" cy="786500"/>
              <a:chOff x="3007925" y="673613"/>
              <a:chExt cx="3103050" cy="786500"/>
            </a:xfrm>
          </p:grpSpPr>
          <p:sp>
            <p:nvSpPr>
              <p:cNvPr id="2469" name="Google Shape;2469;p100"/>
              <p:cNvSpPr/>
              <p:nvPr/>
            </p:nvSpPr>
            <p:spPr>
              <a:xfrm>
                <a:off x="3077725" y="721550"/>
                <a:ext cx="2973300" cy="6780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470" name="Google Shape;2470;p100"/>
              <p:cNvSpPr/>
              <p:nvPr/>
            </p:nvSpPr>
            <p:spPr>
              <a:xfrm>
                <a:off x="3007925" y="6736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100"/>
              <p:cNvSpPr/>
              <p:nvPr/>
            </p:nvSpPr>
            <p:spPr>
              <a:xfrm>
                <a:off x="5973275" y="6736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100"/>
              <p:cNvSpPr/>
              <p:nvPr/>
            </p:nvSpPr>
            <p:spPr>
              <a:xfrm>
                <a:off x="5973275" y="13210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100"/>
              <p:cNvSpPr/>
              <p:nvPr/>
            </p:nvSpPr>
            <p:spPr>
              <a:xfrm>
                <a:off x="3007925" y="1311913"/>
                <a:ext cx="137700" cy="148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 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2474" name="Google Shape;2474;p100"/>
            <p:cNvSpPr/>
            <p:nvPr/>
          </p:nvSpPr>
          <p:spPr>
            <a:xfrm rot="-2281323">
              <a:off x="6037771" y="1389972"/>
              <a:ext cx="271725" cy="287249"/>
            </a:xfrm>
            <a:custGeom>
              <a:rect b="b" l="l" r="r" t="t"/>
              <a:pathLst>
                <a:path extrusionOk="0" h="5504" w="5206">
                  <a:moveTo>
                    <a:pt x="2726" y="0"/>
                  </a:moveTo>
                  <a:lnTo>
                    <a:pt x="0" y="5493"/>
                  </a:lnTo>
                  <a:lnTo>
                    <a:pt x="2591" y="4653"/>
                  </a:lnTo>
                  <a:lnTo>
                    <a:pt x="5206" y="5504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475" name="Google Shape;2475;p100"/>
          <p:cNvSpPr txBox="1"/>
          <p:nvPr>
            <p:ph type="title"/>
          </p:nvPr>
        </p:nvSpPr>
        <p:spPr>
          <a:xfrm>
            <a:off x="1833150" y="527850"/>
            <a:ext cx="57729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Business</a:t>
            </a:r>
            <a:r>
              <a:rPr b="1" lang="en" sz="3500"/>
              <a:t>  Insights</a:t>
            </a:r>
            <a:endParaRPr b="1" sz="3500"/>
          </a:p>
        </p:txBody>
      </p:sp>
      <p:sp>
        <p:nvSpPr>
          <p:cNvPr id="2476" name="Google Shape;2476;p100"/>
          <p:cNvSpPr txBox="1"/>
          <p:nvPr/>
        </p:nvSpPr>
        <p:spPr>
          <a:xfrm>
            <a:off x="837450" y="1754700"/>
            <a:ext cx="74691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Educator Insights: </a:t>
            </a: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Provide evidence-based recommendations on the most effective teaching approaches.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Workplace Training:</a:t>
            </a: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Implement interactive learning tools to enhance employee engagement and knowledge retention.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Corporate Onboarding:</a:t>
            </a: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Use active learning methods, such as quizzes and simulations, to improve new hire training effectiveness.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Marketing Strategies:</a:t>
            </a: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Leverage interactive content (e.g., quizzes, gamification) to increase customer engagement and brand retention.</a:t>
            </a:r>
            <a:endParaRPr sz="15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477" name="Google Shape;2477;p100"/>
          <p:cNvGrpSpPr/>
          <p:nvPr/>
        </p:nvGrpSpPr>
        <p:grpSpPr>
          <a:xfrm>
            <a:off x="114308" y="320242"/>
            <a:ext cx="530200" cy="526410"/>
            <a:chOff x="1823849" y="5306949"/>
            <a:chExt cx="842390" cy="842391"/>
          </a:xfrm>
        </p:grpSpPr>
        <p:sp>
          <p:nvSpPr>
            <p:cNvPr id="2478" name="Google Shape;2478;p100"/>
            <p:cNvSpPr/>
            <p:nvPr/>
          </p:nvSpPr>
          <p:spPr>
            <a:xfrm>
              <a:off x="1823849" y="5306949"/>
              <a:ext cx="842390" cy="842391"/>
            </a:xfrm>
            <a:custGeom>
              <a:rect b="b" l="l" r="r" t="t"/>
              <a:pathLst>
                <a:path extrusionOk="0" h="842391" w="842390">
                  <a:moveTo>
                    <a:pt x="842391" y="421196"/>
                  </a:moveTo>
                  <a:cubicBezTo>
                    <a:pt x="842391" y="653815"/>
                    <a:pt x="653815" y="842391"/>
                    <a:pt x="421196" y="842391"/>
                  </a:cubicBezTo>
                  <a:cubicBezTo>
                    <a:pt x="188576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6" y="0"/>
                  </a:cubicBezTo>
                  <a:cubicBezTo>
                    <a:pt x="653816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grpSp>
          <p:nvGrpSpPr>
            <p:cNvPr id="2479" name="Google Shape;2479;p100"/>
            <p:cNvGrpSpPr/>
            <p:nvPr/>
          </p:nvGrpSpPr>
          <p:grpSpPr>
            <a:xfrm>
              <a:off x="2085215" y="5568315"/>
              <a:ext cx="319595" cy="319595"/>
              <a:chOff x="2085215" y="5568315"/>
              <a:chExt cx="319595" cy="319595"/>
            </a:xfrm>
          </p:grpSpPr>
          <p:sp>
            <p:nvSpPr>
              <p:cNvPr id="2480" name="Google Shape;2480;p100"/>
              <p:cNvSpPr/>
              <p:nvPr/>
            </p:nvSpPr>
            <p:spPr>
              <a:xfrm>
                <a:off x="2085215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5" y="0"/>
                    </a:lnTo>
                  </a:path>
                </a:pathLst>
              </a:custGeom>
              <a:solidFill>
                <a:schemeClr val="accent5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81" name="Google Shape;2481;p100"/>
              <p:cNvSpPr/>
              <p:nvPr/>
            </p:nvSpPr>
            <p:spPr>
              <a:xfrm>
                <a:off x="2245045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5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482" name="Google Shape;2482;p100"/>
          <p:cNvGrpSpPr/>
          <p:nvPr/>
        </p:nvGrpSpPr>
        <p:grpSpPr>
          <a:xfrm>
            <a:off x="724336" y="739242"/>
            <a:ext cx="530200" cy="526410"/>
            <a:chOff x="1823849" y="5306949"/>
            <a:chExt cx="842390" cy="842391"/>
          </a:xfrm>
        </p:grpSpPr>
        <p:sp>
          <p:nvSpPr>
            <p:cNvPr id="2483" name="Google Shape;2483;p100"/>
            <p:cNvSpPr/>
            <p:nvPr/>
          </p:nvSpPr>
          <p:spPr>
            <a:xfrm>
              <a:off x="1823849" y="5306949"/>
              <a:ext cx="842390" cy="842391"/>
            </a:xfrm>
            <a:custGeom>
              <a:rect b="b" l="l" r="r" t="t"/>
              <a:pathLst>
                <a:path extrusionOk="0" h="842391" w="842390">
                  <a:moveTo>
                    <a:pt x="842391" y="421196"/>
                  </a:moveTo>
                  <a:cubicBezTo>
                    <a:pt x="842391" y="653815"/>
                    <a:pt x="653815" y="842391"/>
                    <a:pt x="421196" y="842391"/>
                  </a:cubicBezTo>
                  <a:cubicBezTo>
                    <a:pt x="188576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6" y="0"/>
                  </a:cubicBezTo>
                  <a:cubicBezTo>
                    <a:pt x="653816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grpSp>
          <p:nvGrpSpPr>
            <p:cNvPr id="2484" name="Google Shape;2484;p100"/>
            <p:cNvGrpSpPr/>
            <p:nvPr/>
          </p:nvGrpSpPr>
          <p:grpSpPr>
            <a:xfrm>
              <a:off x="2085215" y="5568315"/>
              <a:ext cx="319595" cy="319595"/>
              <a:chOff x="2085215" y="5568315"/>
              <a:chExt cx="319595" cy="319595"/>
            </a:xfrm>
          </p:grpSpPr>
          <p:sp>
            <p:nvSpPr>
              <p:cNvPr id="2485" name="Google Shape;2485;p100"/>
              <p:cNvSpPr/>
              <p:nvPr/>
            </p:nvSpPr>
            <p:spPr>
              <a:xfrm>
                <a:off x="2085215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5" y="0"/>
                    </a:lnTo>
                  </a:path>
                </a:pathLst>
              </a:custGeom>
              <a:solidFill>
                <a:schemeClr val="accent5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86" name="Google Shape;2486;p100"/>
              <p:cNvSpPr/>
              <p:nvPr/>
            </p:nvSpPr>
            <p:spPr>
              <a:xfrm>
                <a:off x="2245045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5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487" name="Google Shape;2487;p100"/>
          <p:cNvGrpSpPr/>
          <p:nvPr/>
        </p:nvGrpSpPr>
        <p:grpSpPr>
          <a:xfrm>
            <a:off x="7787677" y="745554"/>
            <a:ext cx="530201" cy="526410"/>
            <a:chOff x="2863215" y="5306949"/>
            <a:chExt cx="842391" cy="842391"/>
          </a:xfrm>
        </p:grpSpPr>
        <p:sp>
          <p:nvSpPr>
            <p:cNvPr id="2488" name="Google Shape;2488;p100"/>
            <p:cNvSpPr/>
            <p:nvPr/>
          </p:nvSpPr>
          <p:spPr>
            <a:xfrm>
              <a:off x="2863215" y="5306949"/>
              <a:ext cx="842391" cy="842391"/>
            </a:xfrm>
            <a:custGeom>
              <a:rect b="b" l="l" r="r" t="t"/>
              <a:pathLst>
                <a:path extrusionOk="0" h="842391" w="842391">
                  <a:moveTo>
                    <a:pt x="842391" y="421196"/>
                  </a:moveTo>
                  <a:cubicBezTo>
                    <a:pt x="842391" y="653815"/>
                    <a:pt x="653815" y="842391"/>
                    <a:pt x="421195" y="842391"/>
                  </a:cubicBezTo>
                  <a:cubicBezTo>
                    <a:pt x="188575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5" y="0"/>
                  </a:cubicBezTo>
                  <a:cubicBezTo>
                    <a:pt x="653815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grpSp>
          <p:nvGrpSpPr>
            <p:cNvPr id="2489" name="Google Shape;2489;p100"/>
            <p:cNvGrpSpPr/>
            <p:nvPr/>
          </p:nvGrpSpPr>
          <p:grpSpPr>
            <a:xfrm>
              <a:off x="3124581" y="5568315"/>
              <a:ext cx="319595" cy="319595"/>
              <a:chOff x="3124581" y="5568315"/>
              <a:chExt cx="319595" cy="319595"/>
            </a:xfrm>
          </p:grpSpPr>
          <p:sp>
            <p:nvSpPr>
              <p:cNvPr id="2490" name="Google Shape;2490;p100"/>
              <p:cNvSpPr/>
              <p:nvPr/>
            </p:nvSpPr>
            <p:spPr>
              <a:xfrm>
                <a:off x="3124581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6" y="0"/>
                    </a:lnTo>
                  </a:path>
                </a:pathLst>
              </a:custGeom>
              <a:solidFill>
                <a:schemeClr val="accent2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91" name="Google Shape;2491;p100"/>
              <p:cNvSpPr/>
              <p:nvPr/>
            </p:nvSpPr>
            <p:spPr>
              <a:xfrm>
                <a:off x="3284410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2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492" name="Google Shape;2492;p100"/>
          <p:cNvGrpSpPr/>
          <p:nvPr/>
        </p:nvGrpSpPr>
        <p:grpSpPr>
          <a:xfrm>
            <a:off x="8499506" y="313932"/>
            <a:ext cx="530201" cy="526410"/>
            <a:chOff x="4079493" y="5306949"/>
            <a:chExt cx="842391" cy="842391"/>
          </a:xfrm>
        </p:grpSpPr>
        <p:sp>
          <p:nvSpPr>
            <p:cNvPr id="2493" name="Google Shape;2493;p100"/>
            <p:cNvSpPr/>
            <p:nvPr/>
          </p:nvSpPr>
          <p:spPr>
            <a:xfrm>
              <a:off x="4079493" y="5306949"/>
              <a:ext cx="842391" cy="842391"/>
            </a:xfrm>
            <a:custGeom>
              <a:rect b="b" l="l" r="r" t="t"/>
              <a:pathLst>
                <a:path extrusionOk="0" h="842391" w="842391">
                  <a:moveTo>
                    <a:pt x="842391" y="421196"/>
                  </a:moveTo>
                  <a:cubicBezTo>
                    <a:pt x="842391" y="653815"/>
                    <a:pt x="653815" y="842391"/>
                    <a:pt x="421195" y="842391"/>
                  </a:cubicBezTo>
                  <a:cubicBezTo>
                    <a:pt x="188575" y="842391"/>
                    <a:pt x="0" y="653815"/>
                    <a:pt x="0" y="421196"/>
                  </a:cubicBezTo>
                  <a:cubicBezTo>
                    <a:pt x="0" y="188576"/>
                    <a:pt x="188575" y="0"/>
                    <a:pt x="421195" y="0"/>
                  </a:cubicBezTo>
                  <a:cubicBezTo>
                    <a:pt x="653815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grpSp>
          <p:nvGrpSpPr>
            <p:cNvPr id="2494" name="Google Shape;2494;p100"/>
            <p:cNvGrpSpPr/>
            <p:nvPr/>
          </p:nvGrpSpPr>
          <p:grpSpPr>
            <a:xfrm>
              <a:off x="4340923" y="5568315"/>
              <a:ext cx="319595" cy="319595"/>
              <a:chOff x="4340923" y="5568315"/>
              <a:chExt cx="319595" cy="319595"/>
            </a:xfrm>
          </p:grpSpPr>
          <p:sp>
            <p:nvSpPr>
              <p:cNvPr id="2495" name="Google Shape;2495;p100"/>
              <p:cNvSpPr/>
              <p:nvPr/>
            </p:nvSpPr>
            <p:spPr>
              <a:xfrm>
                <a:off x="4340923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6" y="0"/>
                    </a:lnTo>
                  </a:path>
                </a:pathLst>
              </a:custGeom>
              <a:solidFill>
                <a:schemeClr val="accent4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496" name="Google Shape;2496;p100"/>
              <p:cNvSpPr/>
              <p:nvPr/>
            </p:nvSpPr>
            <p:spPr>
              <a:xfrm>
                <a:off x="4500689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101"/>
          <p:cNvSpPr/>
          <p:nvPr/>
        </p:nvSpPr>
        <p:spPr>
          <a:xfrm>
            <a:off x="357202" y="1355246"/>
            <a:ext cx="84375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101"/>
          <p:cNvSpPr/>
          <p:nvPr/>
        </p:nvSpPr>
        <p:spPr>
          <a:xfrm>
            <a:off x="3545248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101"/>
          <p:cNvSpPr/>
          <p:nvPr/>
        </p:nvSpPr>
        <p:spPr>
          <a:xfrm>
            <a:off x="6130096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101"/>
          <p:cNvSpPr/>
          <p:nvPr/>
        </p:nvSpPr>
        <p:spPr>
          <a:xfrm>
            <a:off x="960400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5" name="Google Shape;2505;p101"/>
          <p:cNvGrpSpPr/>
          <p:nvPr/>
        </p:nvGrpSpPr>
        <p:grpSpPr>
          <a:xfrm>
            <a:off x="427350" y="1434150"/>
            <a:ext cx="277873" cy="68400"/>
            <a:chOff x="520925" y="1460325"/>
            <a:chExt cx="277873" cy="68400"/>
          </a:xfrm>
        </p:grpSpPr>
        <p:sp>
          <p:nvSpPr>
            <p:cNvPr id="2506" name="Google Shape;2506;p101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101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101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9" name="Google Shape;2509;p101"/>
          <p:cNvSpPr txBox="1"/>
          <p:nvPr/>
        </p:nvSpPr>
        <p:spPr>
          <a:xfrm>
            <a:off x="960400" y="1891200"/>
            <a:ext cx="2248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Overall Effect</a:t>
            </a:r>
            <a:endParaRPr b="1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0" name="Google Shape;2510;p101"/>
          <p:cNvSpPr txBox="1"/>
          <p:nvPr/>
        </p:nvSpPr>
        <p:spPr>
          <a:xfrm>
            <a:off x="3545250" y="1891200"/>
            <a:ext cx="2248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Gender Role</a:t>
            </a:r>
            <a:endParaRPr b="1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1" name="Google Shape;2511;p101"/>
          <p:cNvSpPr txBox="1"/>
          <p:nvPr/>
        </p:nvSpPr>
        <p:spPr>
          <a:xfrm>
            <a:off x="6130100" y="1891200"/>
            <a:ext cx="2248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Future Steps</a:t>
            </a:r>
            <a:endParaRPr b="1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2" name="Google Shape;2512;p101"/>
          <p:cNvSpPr txBox="1"/>
          <p:nvPr/>
        </p:nvSpPr>
        <p:spPr>
          <a:xfrm>
            <a:off x="1117150" y="2411575"/>
            <a:ext cx="19350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significant overall effect</a:t>
            </a: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but outcomes varied by gender and prior case reading.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513" name="Google Shape;2513;p101"/>
          <p:cNvSpPr txBox="1"/>
          <p:nvPr/>
        </p:nvSpPr>
        <p:spPr>
          <a:xfrm>
            <a:off x="3701998" y="2411575"/>
            <a:ext cx="1935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Male students benefited more</a:t>
            </a: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while those who skipped reading struggled with recall but participated more.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514" name="Google Shape;2514;p101"/>
          <p:cNvSpPr txBox="1"/>
          <p:nvPr/>
        </p:nvSpPr>
        <p:spPr>
          <a:xfrm>
            <a:off x="6286850" y="2411575"/>
            <a:ext cx="1935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Tailoring interactive methods to </a:t>
            </a:r>
            <a:r>
              <a:rPr b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student characteristics</a:t>
            </a: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can improve effectiveness.</a:t>
            </a:r>
            <a:endParaRPr sz="1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515" name="Google Shape;2515;p101"/>
          <p:cNvSpPr/>
          <p:nvPr/>
        </p:nvSpPr>
        <p:spPr>
          <a:xfrm>
            <a:off x="178650" y="305375"/>
            <a:ext cx="8786700" cy="69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101"/>
          <p:cNvSpPr txBox="1"/>
          <p:nvPr>
            <p:ph type="title"/>
          </p:nvPr>
        </p:nvSpPr>
        <p:spPr>
          <a:xfrm>
            <a:off x="542100" y="377475"/>
            <a:ext cx="7931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Conclusion</a:t>
            </a:r>
            <a:endParaRPr sz="37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p102"/>
          <p:cNvSpPr/>
          <p:nvPr/>
        </p:nvSpPr>
        <p:spPr>
          <a:xfrm>
            <a:off x="262033" y="1675029"/>
            <a:ext cx="1318326" cy="705120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8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5" y="893763"/>
                </a:cubicBezTo>
                <a:cubicBezTo>
                  <a:pt x="1516825" y="881761"/>
                  <a:pt x="1463993" y="766191"/>
                  <a:pt x="1473073" y="670751"/>
                </a:cubicBezTo>
                <a:cubicBezTo>
                  <a:pt x="1642300" y="653669"/>
                  <a:pt x="1775524" y="509778"/>
                  <a:pt x="1775524" y="336233"/>
                </a:cubicBezTo>
                <a:lnTo>
                  <a:pt x="1775524" y="336233"/>
                </a:lnTo>
                <a:cubicBezTo>
                  <a:pt x="1775524" y="151321"/>
                  <a:pt x="1624203" y="0"/>
                  <a:pt x="14392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2" name="Google Shape;2522;p102"/>
          <p:cNvSpPr/>
          <p:nvPr/>
        </p:nvSpPr>
        <p:spPr>
          <a:xfrm>
            <a:off x="1869969" y="1675029"/>
            <a:ext cx="1318326" cy="705120"/>
          </a:xfrm>
          <a:custGeom>
            <a:rect b="b" l="l" r="r" t="t"/>
            <a:pathLst>
              <a:path extrusionOk="0" h="949656" w="1775523">
                <a:moveTo>
                  <a:pt x="1439355" y="0"/>
                </a:moveTo>
                <a:lnTo>
                  <a:pt x="336232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2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3" name="Google Shape;2523;p102"/>
          <p:cNvSpPr/>
          <p:nvPr/>
        </p:nvSpPr>
        <p:spPr>
          <a:xfrm>
            <a:off x="3477906" y="1675029"/>
            <a:ext cx="1318326" cy="705120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3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3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4" name="Google Shape;2524;p102"/>
          <p:cNvSpPr/>
          <p:nvPr/>
        </p:nvSpPr>
        <p:spPr>
          <a:xfrm>
            <a:off x="5085842" y="1675029"/>
            <a:ext cx="1318326" cy="705120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525" name="Google Shape;2525;p102"/>
          <p:cNvGrpSpPr/>
          <p:nvPr/>
        </p:nvGrpSpPr>
        <p:grpSpPr>
          <a:xfrm>
            <a:off x="2171488" y="2678714"/>
            <a:ext cx="626402" cy="626402"/>
            <a:chOff x="2863215" y="5306949"/>
            <a:chExt cx="842391" cy="842391"/>
          </a:xfrm>
        </p:grpSpPr>
        <p:sp>
          <p:nvSpPr>
            <p:cNvPr id="2526" name="Google Shape;2526;p102"/>
            <p:cNvSpPr/>
            <p:nvPr/>
          </p:nvSpPr>
          <p:spPr>
            <a:xfrm>
              <a:off x="2863215" y="5306949"/>
              <a:ext cx="842391" cy="842391"/>
            </a:xfrm>
            <a:custGeom>
              <a:rect b="b" l="l" r="r" t="t"/>
              <a:pathLst>
                <a:path extrusionOk="0" h="842391" w="842391">
                  <a:moveTo>
                    <a:pt x="842391" y="421196"/>
                  </a:moveTo>
                  <a:cubicBezTo>
                    <a:pt x="842391" y="653815"/>
                    <a:pt x="653815" y="842391"/>
                    <a:pt x="421195" y="842391"/>
                  </a:cubicBezTo>
                  <a:cubicBezTo>
                    <a:pt x="188575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5" y="0"/>
                  </a:cubicBezTo>
                  <a:cubicBezTo>
                    <a:pt x="653815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grpSp>
          <p:nvGrpSpPr>
            <p:cNvPr id="2527" name="Google Shape;2527;p102"/>
            <p:cNvGrpSpPr/>
            <p:nvPr/>
          </p:nvGrpSpPr>
          <p:grpSpPr>
            <a:xfrm>
              <a:off x="3124581" y="5568315"/>
              <a:ext cx="319595" cy="319595"/>
              <a:chOff x="3124581" y="5568315"/>
              <a:chExt cx="319595" cy="319595"/>
            </a:xfrm>
          </p:grpSpPr>
          <p:sp>
            <p:nvSpPr>
              <p:cNvPr id="2528" name="Google Shape;2528;p102"/>
              <p:cNvSpPr/>
              <p:nvPr/>
            </p:nvSpPr>
            <p:spPr>
              <a:xfrm>
                <a:off x="3124581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6" y="0"/>
                    </a:lnTo>
                  </a:path>
                </a:pathLst>
              </a:custGeom>
              <a:solidFill>
                <a:schemeClr val="accent2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529" name="Google Shape;2529;p102"/>
              <p:cNvSpPr/>
              <p:nvPr/>
            </p:nvSpPr>
            <p:spPr>
              <a:xfrm>
                <a:off x="3284410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2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530" name="Google Shape;2530;p102"/>
          <p:cNvGrpSpPr/>
          <p:nvPr/>
        </p:nvGrpSpPr>
        <p:grpSpPr>
          <a:xfrm>
            <a:off x="311691" y="2678714"/>
            <a:ext cx="626401" cy="626402"/>
            <a:chOff x="1823849" y="5306949"/>
            <a:chExt cx="842390" cy="842391"/>
          </a:xfrm>
        </p:grpSpPr>
        <p:sp>
          <p:nvSpPr>
            <p:cNvPr id="2531" name="Google Shape;2531;p102"/>
            <p:cNvSpPr/>
            <p:nvPr/>
          </p:nvSpPr>
          <p:spPr>
            <a:xfrm>
              <a:off x="1823849" y="5306949"/>
              <a:ext cx="842390" cy="842391"/>
            </a:xfrm>
            <a:custGeom>
              <a:rect b="b" l="l" r="r" t="t"/>
              <a:pathLst>
                <a:path extrusionOk="0" h="842391" w="842390">
                  <a:moveTo>
                    <a:pt x="842391" y="421196"/>
                  </a:moveTo>
                  <a:cubicBezTo>
                    <a:pt x="842391" y="653815"/>
                    <a:pt x="653815" y="842391"/>
                    <a:pt x="421196" y="842391"/>
                  </a:cubicBezTo>
                  <a:cubicBezTo>
                    <a:pt x="188576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6" y="0"/>
                  </a:cubicBezTo>
                  <a:cubicBezTo>
                    <a:pt x="653816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grpSp>
          <p:nvGrpSpPr>
            <p:cNvPr id="2532" name="Google Shape;2532;p102"/>
            <p:cNvGrpSpPr/>
            <p:nvPr/>
          </p:nvGrpSpPr>
          <p:grpSpPr>
            <a:xfrm>
              <a:off x="2085215" y="5568315"/>
              <a:ext cx="319595" cy="319595"/>
              <a:chOff x="2085215" y="5568315"/>
              <a:chExt cx="319595" cy="319595"/>
            </a:xfrm>
          </p:grpSpPr>
          <p:sp>
            <p:nvSpPr>
              <p:cNvPr id="2533" name="Google Shape;2533;p102"/>
              <p:cNvSpPr/>
              <p:nvPr/>
            </p:nvSpPr>
            <p:spPr>
              <a:xfrm>
                <a:off x="2085215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5" y="0"/>
                    </a:lnTo>
                  </a:path>
                </a:pathLst>
              </a:custGeom>
              <a:solidFill>
                <a:schemeClr val="accent5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534" name="Google Shape;2534;p102"/>
              <p:cNvSpPr/>
              <p:nvPr/>
            </p:nvSpPr>
            <p:spPr>
              <a:xfrm>
                <a:off x="2245045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5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535" name="Google Shape;2535;p102"/>
          <p:cNvGrpSpPr/>
          <p:nvPr/>
        </p:nvGrpSpPr>
        <p:grpSpPr>
          <a:xfrm>
            <a:off x="3075912" y="2678714"/>
            <a:ext cx="626402" cy="626402"/>
            <a:chOff x="4079493" y="5306949"/>
            <a:chExt cx="842391" cy="842391"/>
          </a:xfrm>
        </p:grpSpPr>
        <p:sp>
          <p:nvSpPr>
            <p:cNvPr id="2536" name="Google Shape;2536;p102"/>
            <p:cNvSpPr/>
            <p:nvPr/>
          </p:nvSpPr>
          <p:spPr>
            <a:xfrm>
              <a:off x="4079493" y="5306949"/>
              <a:ext cx="842391" cy="842391"/>
            </a:xfrm>
            <a:custGeom>
              <a:rect b="b" l="l" r="r" t="t"/>
              <a:pathLst>
                <a:path extrusionOk="0" h="842391" w="842391">
                  <a:moveTo>
                    <a:pt x="842391" y="421196"/>
                  </a:moveTo>
                  <a:cubicBezTo>
                    <a:pt x="842391" y="653815"/>
                    <a:pt x="653815" y="842391"/>
                    <a:pt x="421195" y="842391"/>
                  </a:cubicBezTo>
                  <a:cubicBezTo>
                    <a:pt x="188575" y="842391"/>
                    <a:pt x="0" y="653815"/>
                    <a:pt x="0" y="421196"/>
                  </a:cubicBezTo>
                  <a:cubicBezTo>
                    <a:pt x="0" y="188576"/>
                    <a:pt x="188575" y="0"/>
                    <a:pt x="421195" y="0"/>
                  </a:cubicBezTo>
                  <a:cubicBezTo>
                    <a:pt x="653815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grpSp>
          <p:nvGrpSpPr>
            <p:cNvPr id="2537" name="Google Shape;2537;p102"/>
            <p:cNvGrpSpPr/>
            <p:nvPr/>
          </p:nvGrpSpPr>
          <p:grpSpPr>
            <a:xfrm>
              <a:off x="4340923" y="5568315"/>
              <a:ext cx="319595" cy="319595"/>
              <a:chOff x="4340923" y="5568315"/>
              <a:chExt cx="319595" cy="319595"/>
            </a:xfrm>
          </p:grpSpPr>
          <p:sp>
            <p:nvSpPr>
              <p:cNvPr id="2538" name="Google Shape;2538;p102"/>
              <p:cNvSpPr/>
              <p:nvPr/>
            </p:nvSpPr>
            <p:spPr>
              <a:xfrm>
                <a:off x="4340923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6" y="0"/>
                    </a:lnTo>
                  </a:path>
                </a:pathLst>
              </a:custGeom>
              <a:solidFill>
                <a:schemeClr val="accent4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539" name="Google Shape;2539;p102"/>
              <p:cNvSpPr/>
              <p:nvPr/>
            </p:nvSpPr>
            <p:spPr>
              <a:xfrm>
                <a:off x="4500689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540" name="Google Shape;2540;p102"/>
          <p:cNvGrpSpPr/>
          <p:nvPr/>
        </p:nvGrpSpPr>
        <p:grpSpPr>
          <a:xfrm>
            <a:off x="6693800" y="2217325"/>
            <a:ext cx="2156700" cy="1207500"/>
            <a:chOff x="6693800" y="2217325"/>
            <a:chExt cx="2156700" cy="1207500"/>
          </a:xfrm>
        </p:grpSpPr>
        <p:sp>
          <p:nvSpPr>
            <p:cNvPr id="2541" name="Google Shape;2541;p102"/>
            <p:cNvSpPr/>
            <p:nvPr/>
          </p:nvSpPr>
          <p:spPr>
            <a:xfrm>
              <a:off x="6693800" y="2217325"/>
              <a:ext cx="2156700" cy="1207500"/>
            </a:xfrm>
            <a:prstGeom prst="roundRect">
              <a:avLst>
                <a:gd fmla="val 480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1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102"/>
            <p:cNvSpPr/>
            <p:nvPr/>
          </p:nvSpPr>
          <p:spPr>
            <a:xfrm>
              <a:off x="6768750" y="228155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102"/>
            <p:cNvSpPr/>
            <p:nvPr/>
          </p:nvSpPr>
          <p:spPr>
            <a:xfrm>
              <a:off x="6873486" y="228155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102"/>
            <p:cNvSpPr/>
            <p:nvPr/>
          </p:nvSpPr>
          <p:spPr>
            <a:xfrm>
              <a:off x="6978223" y="228155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5" name="Google Shape;2545;p102"/>
          <p:cNvGrpSpPr/>
          <p:nvPr/>
        </p:nvGrpSpPr>
        <p:grpSpPr>
          <a:xfrm>
            <a:off x="5178550" y="400225"/>
            <a:ext cx="1258500" cy="902350"/>
            <a:chOff x="6575700" y="2242475"/>
            <a:chExt cx="1258500" cy="902350"/>
          </a:xfrm>
        </p:grpSpPr>
        <p:sp>
          <p:nvSpPr>
            <p:cNvPr id="2546" name="Google Shape;2546;p102"/>
            <p:cNvSpPr/>
            <p:nvPr/>
          </p:nvSpPr>
          <p:spPr>
            <a:xfrm>
              <a:off x="65967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102"/>
            <p:cNvSpPr/>
            <p:nvPr/>
          </p:nvSpPr>
          <p:spPr>
            <a:xfrm>
              <a:off x="65757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48" name="Google Shape;2548;p102"/>
            <p:cNvCxnSpPr/>
            <p:nvPr/>
          </p:nvCxnSpPr>
          <p:spPr>
            <a:xfrm>
              <a:off x="65765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2549" name="Google Shape;2549;p102"/>
          <p:cNvGrpSpPr/>
          <p:nvPr/>
        </p:nvGrpSpPr>
        <p:grpSpPr>
          <a:xfrm>
            <a:off x="291950" y="400225"/>
            <a:ext cx="1258500" cy="902350"/>
            <a:chOff x="1209150" y="2242475"/>
            <a:chExt cx="1258500" cy="902350"/>
          </a:xfrm>
        </p:grpSpPr>
        <p:sp>
          <p:nvSpPr>
            <p:cNvPr id="2550" name="Google Shape;2550;p102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102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52" name="Google Shape;2552;p102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2553" name="Google Shape;2553;p102"/>
          <p:cNvGrpSpPr/>
          <p:nvPr/>
        </p:nvGrpSpPr>
        <p:grpSpPr>
          <a:xfrm>
            <a:off x="3549683" y="400225"/>
            <a:ext cx="1258500" cy="902350"/>
            <a:chOff x="2998000" y="2242475"/>
            <a:chExt cx="1258500" cy="902350"/>
          </a:xfrm>
        </p:grpSpPr>
        <p:sp>
          <p:nvSpPr>
            <p:cNvPr id="2554" name="Google Shape;2554;p102"/>
            <p:cNvSpPr/>
            <p:nvPr/>
          </p:nvSpPr>
          <p:spPr>
            <a:xfrm>
              <a:off x="30190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102"/>
            <p:cNvSpPr/>
            <p:nvPr/>
          </p:nvSpPr>
          <p:spPr>
            <a:xfrm>
              <a:off x="29980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56" name="Google Shape;2556;p102"/>
            <p:cNvCxnSpPr/>
            <p:nvPr/>
          </p:nvCxnSpPr>
          <p:spPr>
            <a:xfrm>
              <a:off x="29988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2557" name="Google Shape;2557;p102"/>
          <p:cNvGrpSpPr/>
          <p:nvPr/>
        </p:nvGrpSpPr>
        <p:grpSpPr>
          <a:xfrm>
            <a:off x="1920817" y="400225"/>
            <a:ext cx="1258500" cy="902350"/>
            <a:chOff x="4786850" y="2242475"/>
            <a:chExt cx="1258500" cy="902350"/>
          </a:xfrm>
        </p:grpSpPr>
        <p:sp>
          <p:nvSpPr>
            <p:cNvPr id="2558" name="Google Shape;2558;p102"/>
            <p:cNvSpPr/>
            <p:nvPr/>
          </p:nvSpPr>
          <p:spPr>
            <a:xfrm>
              <a:off x="48079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102"/>
            <p:cNvSpPr/>
            <p:nvPr/>
          </p:nvSpPr>
          <p:spPr>
            <a:xfrm>
              <a:off x="47868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60" name="Google Shape;2560;p102"/>
            <p:cNvCxnSpPr/>
            <p:nvPr/>
          </p:nvCxnSpPr>
          <p:spPr>
            <a:xfrm>
              <a:off x="47876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2561" name="Google Shape;2561;p102"/>
          <p:cNvGrpSpPr/>
          <p:nvPr/>
        </p:nvGrpSpPr>
        <p:grpSpPr>
          <a:xfrm>
            <a:off x="1241591" y="2678714"/>
            <a:ext cx="626401" cy="626402"/>
            <a:chOff x="1823849" y="5306949"/>
            <a:chExt cx="842390" cy="842391"/>
          </a:xfrm>
        </p:grpSpPr>
        <p:sp>
          <p:nvSpPr>
            <p:cNvPr id="2562" name="Google Shape;2562;p102"/>
            <p:cNvSpPr/>
            <p:nvPr/>
          </p:nvSpPr>
          <p:spPr>
            <a:xfrm>
              <a:off x="1823849" y="5306949"/>
              <a:ext cx="842390" cy="842391"/>
            </a:xfrm>
            <a:custGeom>
              <a:rect b="b" l="l" r="r" t="t"/>
              <a:pathLst>
                <a:path extrusionOk="0" h="842391" w="842390">
                  <a:moveTo>
                    <a:pt x="842391" y="421196"/>
                  </a:moveTo>
                  <a:cubicBezTo>
                    <a:pt x="842391" y="653815"/>
                    <a:pt x="653815" y="842391"/>
                    <a:pt x="421196" y="842391"/>
                  </a:cubicBezTo>
                  <a:cubicBezTo>
                    <a:pt x="188576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6" y="0"/>
                  </a:cubicBezTo>
                  <a:cubicBezTo>
                    <a:pt x="653816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grpSp>
          <p:nvGrpSpPr>
            <p:cNvPr id="2563" name="Google Shape;2563;p102"/>
            <p:cNvGrpSpPr/>
            <p:nvPr/>
          </p:nvGrpSpPr>
          <p:grpSpPr>
            <a:xfrm>
              <a:off x="2085215" y="5568315"/>
              <a:ext cx="319595" cy="319595"/>
              <a:chOff x="2085215" y="5568315"/>
              <a:chExt cx="319595" cy="319595"/>
            </a:xfrm>
          </p:grpSpPr>
          <p:sp>
            <p:nvSpPr>
              <p:cNvPr id="2564" name="Google Shape;2564;p102"/>
              <p:cNvSpPr/>
              <p:nvPr/>
            </p:nvSpPr>
            <p:spPr>
              <a:xfrm>
                <a:off x="2085215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5" y="0"/>
                    </a:lnTo>
                  </a:path>
                </a:pathLst>
              </a:custGeom>
              <a:solidFill>
                <a:schemeClr val="accent5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565" name="Google Shape;2565;p102"/>
              <p:cNvSpPr/>
              <p:nvPr/>
            </p:nvSpPr>
            <p:spPr>
              <a:xfrm>
                <a:off x="2245045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5"/>
              </a:solidFill>
              <a:ln cap="flat" cmpd="sng" w="1270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566" name="Google Shape;2566;p102"/>
          <p:cNvGrpSpPr/>
          <p:nvPr/>
        </p:nvGrpSpPr>
        <p:grpSpPr>
          <a:xfrm>
            <a:off x="3814959" y="3771938"/>
            <a:ext cx="1182786" cy="1207504"/>
            <a:chOff x="2725798" y="3590032"/>
            <a:chExt cx="946911" cy="966699"/>
          </a:xfrm>
        </p:grpSpPr>
        <p:grpSp>
          <p:nvGrpSpPr>
            <p:cNvPr id="2567" name="Google Shape;2567;p102"/>
            <p:cNvGrpSpPr/>
            <p:nvPr/>
          </p:nvGrpSpPr>
          <p:grpSpPr>
            <a:xfrm>
              <a:off x="2725798" y="3590032"/>
              <a:ext cx="946911" cy="966699"/>
              <a:chOff x="2040572" y="340487"/>
              <a:chExt cx="1276160" cy="1302829"/>
            </a:xfrm>
          </p:grpSpPr>
          <p:grpSp>
            <p:nvGrpSpPr>
              <p:cNvPr id="2568" name="Google Shape;2568;p102"/>
              <p:cNvGrpSpPr/>
              <p:nvPr/>
            </p:nvGrpSpPr>
            <p:grpSpPr>
              <a:xfrm>
                <a:off x="2040572" y="340487"/>
                <a:ext cx="1276160" cy="1302829"/>
                <a:chOff x="2040572" y="340487"/>
                <a:chExt cx="1276160" cy="1302829"/>
              </a:xfrm>
            </p:grpSpPr>
            <p:sp>
              <p:nvSpPr>
                <p:cNvPr id="2569" name="Google Shape;2569;p102"/>
                <p:cNvSpPr/>
                <p:nvPr/>
              </p:nvSpPr>
              <p:spPr>
                <a:xfrm>
                  <a:off x="2040572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10" y="0"/>
                      </a:lnTo>
                      <a:lnTo>
                        <a:pt x="1269810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0" name="Google Shape;2570;p102"/>
                <p:cNvSpPr/>
                <p:nvPr/>
              </p:nvSpPr>
              <p:spPr>
                <a:xfrm>
                  <a:off x="331038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1" name="Google Shape;2571;p102"/>
                <p:cNvSpPr/>
                <p:nvPr/>
              </p:nvSpPr>
              <p:spPr>
                <a:xfrm>
                  <a:off x="222516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2" name="Google Shape;2572;p102"/>
                <p:cNvSpPr/>
                <p:nvPr/>
              </p:nvSpPr>
              <p:spPr>
                <a:xfrm>
                  <a:off x="240976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3" name="Google Shape;2573;p102"/>
                <p:cNvSpPr/>
                <p:nvPr/>
              </p:nvSpPr>
              <p:spPr>
                <a:xfrm>
                  <a:off x="259429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4" name="Google Shape;2574;p102"/>
                <p:cNvSpPr/>
                <p:nvPr/>
              </p:nvSpPr>
              <p:spPr>
                <a:xfrm>
                  <a:off x="277888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5" name="Google Shape;2575;p102"/>
                <p:cNvSpPr/>
                <p:nvPr/>
              </p:nvSpPr>
              <p:spPr>
                <a:xfrm>
                  <a:off x="296348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6" name="Google Shape;2576;p102"/>
                <p:cNvSpPr/>
                <p:nvPr/>
              </p:nvSpPr>
              <p:spPr>
                <a:xfrm>
                  <a:off x="3148076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7" name="Google Shape;2577;p102"/>
                <p:cNvSpPr/>
                <p:nvPr/>
              </p:nvSpPr>
              <p:spPr>
                <a:xfrm>
                  <a:off x="2040572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8" name="Google Shape;2578;p102"/>
                <p:cNvSpPr/>
                <p:nvPr/>
              </p:nvSpPr>
              <p:spPr>
                <a:xfrm>
                  <a:off x="2040572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79" name="Google Shape;2579;p102"/>
                <p:cNvSpPr/>
                <p:nvPr/>
              </p:nvSpPr>
              <p:spPr>
                <a:xfrm>
                  <a:off x="2040572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80" name="Google Shape;2580;p102"/>
                <p:cNvSpPr/>
                <p:nvPr/>
              </p:nvSpPr>
              <p:spPr>
                <a:xfrm>
                  <a:off x="2040572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81" name="Google Shape;2581;p102"/>
                <p:cNvSpPr/>
                <p:nvPr/>
              </p:nvSpPr>
              <p:spPr>
                <a:xfrm>
                  <a:off x="2040572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82" name="Google Shape;2582;p102"/>
                <p:cNvSpPr/>
                <p:nvPr/>
              </p:nvSpPr>
              <p:spPr>
                <a:xfrm>
                  <a:off x="2040572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83" name="Google Shape;2583;p102"/>
                <p:cNvSpPr/>
                <p:nvPr/>
              </p:nvSpPr>
              <p:spPr>
                <a:xfrm>
                  <a:off x="2040572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84" name="Google Shape;2584;p102"/>
                <p:cNvSpPr/>
                <p:nvPr/>
              </p:nvSpPr>
              <p:spPr>
                <a:xfrm>
                  <a:off x="2040572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585" name="Google Shape;2585;p102"/>
              <p:cNvSpPr/>
              <p:nvPr/>
            </p:nvSpPr>
            <p:spPr>
              <a:xfrm>
                <a:off x="2593657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30" y="0"/>
                    </a:lnTo>
                    <a:lnTo>
                      <a:pt x="185230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586" name="Google Shape;2586;p102"/>
            <p:cNvSpPr/>
            <p:nvPr/>
          </p:nvSpPr>
          <p:spPr>
            <a:xfrm>
              <a:off x="2862815" y="3729522"/>
              <a:ext cx="618874" cy="687570"/>
            </a:xfrm>
            <a:custGeom>
              <a:rect b="b" l="l" r="r" t="t"/>
              <a:pathLst>
                <a:path extrusionOk="0" h="926020" w="833501">
                  <a:moveTo>
                    <a:pt x="184912" y="926020"/>
                  </a:moveTo>
                  <a:lnTo>
                    <a:pt x="184912" y="833565"/>
                  </a:lnTo>
                  <a:lnTo>
                    <a:pt x="92456" y="833565"/>
                  </a:lnTo>
                  <a:lnTo>
                    <a:pt x="92456" y="741109"/>
                  </a:lnTo>
                  <a:lnTo>
                    <a:pt x="0" y="741109"/>
                  </a:lnTo>
                  <a:lnTo>
                    <a:pt x="0" y="184912"/>
                  </a:lnTo>
                  <a:lnTo>
                    <a:pt x="92456" y="184912"/>
                  </a:lnTo>
                  <a:lnTo>
                    <a:pt x="92456" y="92456"/>
                  </a:lnTo>
                  <a:lnTo>
                    <a:pt x="184912" y="92456"/>
                  </a:lnTo>
                  <a:lnTo>
                    <a:pt x="184912" y="0"/>
                  </a:lnTo>
                  <a:lnTo>
                    <a:pt x="648589" y="0"/>
                  </a:lnTo>
                  <a:lnTo>
                    <a:pt x="648589" y="92456"/>
                  </a:lnTo>
                  <a:lnTo>
                    <a:pt x="741045" y="92456"/>
                  </a:lnTo>
                  <a:lnTo>
                    <a:pt x="741045" y="184912"/>
                  </a:lnTo>
                  <a:lnTo>
                    <a:pt x="833501" y="184912"/>
                  </a:lnTo>
                  <a:lnTo>
                    <a:pt x="833501" y="370523"/>
                  </a:lnTo>
                  <a:lnTo>
                    <a:pt x="648526" y="370523"/>
                  </a:lnTo>
                  <a:lnTo>
                    <a:pt x="648526" y="277432"/>
                  </a:lnTo>
                  <a:lnTo>
                    <a:pt x="555435" y="277432"/>
                  </a:lnTo>
                  <a:lnTo>
                    <a:pt x="555435" y="184975"/>
                  </a:lnTo>
                  <a:lnTo>
                    <a:pt x="277368" y="184975"/>
                  </a:lnTo>
                  <a:lnTo>
                    <a:pt x="277368" y="277432"/>
                  </a:lnTo>
                  <a:lnTo>
                    <a:pt x="184912" y="277432"/>
                  </a:lnTo>
                  <a:lnTo>
                    <a:pt x="184912" y="648589"/>
                  </a:lnTo>
                  <a:lnTo>
                    <a:pt x="277368" y="648589"/>
                  </a:lnTo>
                  <a:lnTo>
                    <a:pt x="277368" y="741045"/>
                  </a:lnTo>
                  <a:lnTo>
                    <a:pt x="555435" y="741045"/>
                  </a:lnTo>
                  <a:lnTo>
                    <a:pt x="555435" y="648589"/>
                  </a:lnTo>
                  <a:lnTo>
                    <a:pt x="648526" y="648589"/>
                  </a:lnTo>
                  <a:lnTo>
                    <a:pt x="648526" y="555498"/>
                  </a:lnTo>
                  <a:lnTo>
                    <a:pt x="833501" y="555498"/>
                  </a:lnTo>
                  <a:lnTo>
                    <a:pt x="833501" y="741109"/>
                  </a:lnTo>
                  <a:lnTo>
                    <a:pt x="741045" y="741109"/>
                  </a:lnTo>
                  <a:lnTo>
                    <a:pt x="741045" y="833565"/>
                  </a:lnTo>
                  <a:lnTo>
                    <a:pt x="648589" y="833565"/>
                  </a:lnTo>
                  <a:lnTo>
                    <a:pt x="648589" y="926020"/>
                  </a:lnTo>
                  <a:lnTo>
                    <a:pt x="184912" y="9260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</p:grpSp>
      <p:grpSp>
        <p:nvGrpSpPr>
          <p:cNvPr id="2587" name="Google Shape;2587;p102"/>
          <p:cNvGrpSpPr/>
          <p:nvPr/>
        </p:nvGrpSpPr>
        <p:grpSpPr>
          <a:xfrm>
            <a:off x="2111650" y="3771938"/>
            <a:ext cx="1182786" cy="1207504"/>
            <a:chOff x="1438774" y="3590059"/>
            <a:chExt cx="946911" cy="966699"/>
          </a:xfrm>
        </p:grpSpPr>
        <p:grpSp>
          <p:nvGrpSpPr>
            <p:cNvPr id="2588" name="Google Shape;2588;p102"/>
            <p:cNvGrpSpPr/>
            <p:nvPr/>
          </p:nvGrpSpPr>
          <p:grpSpPr>
            <a:xfrm>
              <a:off x="1438774" y="3590059"/>
              <a:ext cx="946911" cy="966699"/>
              <a:chOff x="3707828" y="340487"/>
              <a:chExt cx="1276160" cy="1302829"/>
            </a:xfrm>
          </p:grpSpPr>
          <p:grpSp>
            <p:nvGrpSpPr>
              <p:cNvPr id="2589" name="Google Shape;2589;p102"/>
              <p:cNvGrpSpPr/>
              <p:nvPr/>
            </p:nvGrpSpPr>
            <p:grpSpPr>
              <a:xfrm>
                <a:off x="3707828" y="340487"/>
                <a:ext cx="1276160" cy="1302829"/>
                <a:chOff x="3707828" y="340487"/>
                <a:chExt cx="1276160" cy="1302829"/>
              </a:xfrm>
            </p:grpSpPr>
            <p:sp>
              <p:nvSpPr>
                <p:cNvPr id="2590" name="Google Shape;2590;p102"/>
                <p:cNvSpPr/>
                <p:nvPr/>
              </p:nvSpPr>
              <p:spPr>
                <a:xfrm>
                  <a:off x="3707828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09" y="0"/>
                      </a:lnTo>
                      <a:lnTo>
                        <a:pt x="1269809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91" name="Google Shape;2591;p102"/>
                <p:cNvSpPr/>
                <p:nvPr/>
              </p:nvSpPr>
              <p:spPr>
                <a:xfrm>
                  <a:off x="497763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92" name="Google Shape;2592;p102"/>
                <p:cNvSpPr/>
                <p:nvPr/>
              </p:nvSpPr>
              <p:spPr>
                <a:xfrm>
                  <a:off x="389242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93" name="Google Shape;2593;p102"/>
                <p:cNvSpPr/>
                <p:nvPr/>
              </p:nvSpPr>
              <p:spPr>
                <a:xfrm>
                  <a:off x="407701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94" name="Google Shape;2594;p102"/>
                <p:cNvSpPr/>
                <p:nvPr/>
              </p:nvSpPr>
              <p:spPr>
                <a:xfrm>
                  <a:off x="426154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95" name="Google Shape;2595;p102"/>
                <p:cNvSpPr/>
                <p:nvPr/>
              </p:nvSpPr>
              <p:spPr>
                <a:xfrm>
                  <a:off x="444614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96" name="Google Shape;2596;p102"/>
                <p:cNvSpPr/>
                <p:nvPr/>
              </p:nvSpPr>
              <p:spPr>
                <a:xfrm>
                  <a:off x="463073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97" name="Google Shape;2597;p102"/>
                <p:cNvSpPr/>
                <p:nvPr/>
              </p:nvSpPr>
              <p:spPr>
                <a:xfrm>
                  <a:off x="481526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98" name="Google Shape;2598;p102"/>
                <p:cNvSpPr/>
                <p:nvPr/>
              </p:nvSpPr>
              <p:spPr>
                <a:xfrm>
                  <a:off x="3707828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599" name="Google Shape;2599;p102"/>
                <p:cNvSpPr/>
                <p:nvPr/>
              </p:nvSpPr>
              <p:spPr>
                <a:xfrm>
                  <a:off x="3707828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600" name="Google Shape;2600;p102"/>
                <p:cNvSpPr/>
                <p:nvPr/>
              </p:nvSpPr>
              <p:spPr>
                <a:xfrm>
                  <a:off x="3707828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601" name="Google Shape;2601;p102"/>
                <p:cNvSpPr/>
                <p:nvPr/>
              </p:nvSpPr>
              <p:spPr>
                <a:xfrm>
                  <a:off x="3707828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602" name="Google Shape;2602;p102"/>
                <p:cNvSpPr/>
                <p:nvPr/>
              </p:nvSpPr>
              <p:spPr>
                <a:xfrm>
                  <a:off x="3707828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603" name="Google Shape;2603;p102"/>
                <p:cNvSpPr/>
                <p:nvPr/>
              </p:nvSpPr>
              <p:spPr>
                <a:xfrm>
                  <a:off x="3707828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604" name="Google Shape;2604;p102"/>
                <p:cNvSpPr/>
                <p:nvPr/>
              </p:nvSpPr>
              <p:spPr>
                <a:xfrm>
                  <a:off x="3707828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605" name="Google Shape;2605;p102"/>
                <p:cNvSpPr/>
                <p:nvPr/>
              </p:nvSpPr>
              <p:spPr>
                <a:xfrm>
                  <a:off x="3707828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606" name="Google Shape;2606;p102"/>
              <p:cNvSpPr/>
              <p:nvPr/>
            </p:nvSpPr>
            <p:spPr>
              <a:xfrm>
                <a:off x="4260913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29" y="0"/>
                    </a:lnTo>
                    <a:lnTo>
                      <a:pt x="185229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607" name="Google Shape;2607;p102"/>
            <p:cNvGrpSpPr/>
            <p:nvPr/>
          </p:nvGrpSpPr>
          <p:grpSpPr>
            <a:xfrm>
              <a:off x="1712541" y="3729479"/>
              <a:ext cx="497389" cy="685349"/>
              <a:chOff x="1712541" y="3729479"/>
              <a:chExt cx="497389" cy="685349"/>
            </a:xfrm>
          </p:grpSpPr>
          <p:sp>
            <p:nvSpPr>
              <p:cNvPr id="2608" name="Google Shape;2608;p102"/>
              <p:cNvSpPr/>
              <p:nvPr/>
            </p:nvSpPr>
            <p:spPr>
              <a:xfrm>
                <a:off x="1712541" y="3729479"/>
                <a:ext cx="497389" cy="685349"/>
              </a:xfrm>
              <a:custGeom>
                <a:rect b="b" l="l" r="r" t="t"/>
                <a:pathLst>
                  <a:path extrusionOk="0" h="926147" w="672147">
                    <a:moveTo>
                      <a:pt x="0" y="926084"/>
                    </a:moveTo>
                    <a:lnTo>
                      <a:pt x="0" y="0"/>
                    </a:lnTo>
                    <a:lnTo>
                      <a:pt x="149161" y="0"/>
                    </a:lnTo>
                    <a:lnTo>
                      <a:pt x="149161" y="331026"/>
                    </a:lnTo>
                    <a:lnTo>
                      <a:pt x="223711" y="331026"/>
                    </a:lnTo>
                    <a:lnTo>
                      <a:pt x="223711" y="264986"/>
                    </a:lnTo>
                    <a:lnTo>
                      <a:pt x="523049" y="264986"/>
                    </a:lnTo>
                    <a:lnTo>
                      <a:pt x="523049" y="331026"/>
                    </a:lnTo>
                    <a:lnTo>
                      <a:pt x="597598" y="331026"/>
                    </a:lnTo>
                    <a:lnTo>
                      <a:pt x="597598" y="397066"/>
                    </a:lnTo>
                    <a:lnTo>
                      <a:pt x="672148" y="397066"/>
                    </a:lnTo>
                    <a:lnTo>
                      <a:pt x="672148" y="794068"/>
                    </a:lnTo>
                    <a:lnTo>
                      <a:pt x="597598" y="794068"/>
                    </a:lnTo>
                    <a:lnTo>
                      <a:pt x="597598" y="860108"/>
                    </a:lnTo>
                    <a:lnTo>
                      <a:pt x="523049" y="860108"/>
                    </a:lnTo>
                    <a:lnTo>
                      <a:pt x="523049" y="926148"/>
                    </a:lnTo>
                    <a:lnTo>
                      <a:pt x="223711" y="926148"/>
                    </a:lnTo>
                    <a:lnTo>
                      <a:pt x="223711" y="860108"/>
                    </a:lnTo>
                    <a:lnTo>
                      <a:pt x="149161" y="860108"/>
                    </a:lnTo>
                    <a:lnTo>
                      <a:pt x="149161" y="926148"/>
                    </a:lnTo>
                    <a:lnTo>
                      <a:pt x="0" y="926148"/>
                    </a:lnTo>
                    <a:close/>
                    <a:moveTo>
                      <a:pt x="447992" y="794068"/>
                    </a:moveTo>
                    <a:lnTo>
                      <a:pt x="447992" y="728027"/>
                    </a:lnTo>
                    <a:lnTo>
                      <a:pt x="523113" y="728027"/>
                    </a:lnTo>
                    <a:lnTo>
                      <a:pt x="523113" y="463042"/>
                    </a:lnTo>
                    <a:lnTo>
                      <a:pt x="447992" y="463042"/>
                    </a:lnTo>
                    <a:lnTo>
                      <a:pt x="447992" y="397002"/>
                    </a:lnTo>
                    <a:lnTo>
                      <a:pt x="223711" y="397002"/>
                    </a:lnTo>
                    <a:lnTo>
                      <a:pt x="223711" y="463042"/>
                    </a:lnTo>
                    <a:lnTo>
                      <a:pt x="149161" y="463042"/>
                    </a:lnTo>
                    <a:lnTo>
                      <a:pt x="149161" y="728027"/>
                    </a:lnTo>
                    <a:lnTo>
                      <a:pt x="223711" y="728027"/>
                    </a:lnTo>
                    <a:lnTo>
                      <a:pt x="223711" y="794068"/>
                    </a:lnTo>
                    <a:lnTo>
                      <a:pt x="447992" y="7940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09" name="Google Shape;2609;p102"/>
              <p:cNvSpPr/>
              <p:nvPr/>
            </p:nvSpPr>
            <p:spPr>
              <a:xfrm>
                <a:off x="2049409" y="3974898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10" name="Google Shape;2610;p102"/>
              <p:cNvSpPr/>
              <p:nvPr/>
            </p:nvSpPr>
            <p:spPr>
              <a:xfrm>
                <a:off x="1744815" y="3729480"/>
                <a:ext cx="104364" cy="685302"/>
              </a:xfrm>
              <a:custGeom>
                <a:rect b="b" l="l" r="r" t="t"/>
                <a:pathLst>
                  <a:path extrusionOk="0" h="926084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926084"/>
                    </a:lnTo>
                    <a:lnTo>
                      <a:pt x="0" y="9260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11" name="Google Shape;2611;p102"/>
              <p:cNvSpPr/>
              <p:nvPr/>
            </p:nvSpPr>
            <p:spPr>
              <a:xfrm>
                <a:off x="2049409" y="4269457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612" name="Google Shape;2612;p102"/>
          <p:cNvGrpSpPr/>
          <p:nvPr/>
        </p:nvGrpSpPr>
        <p:grpSpPr>
          <a:xfrm>
            <a:off x="408341" y="3771938"/>
            <a:ext cx="1182786" cy="1207504"/>
            <a:chOff x="151447" y="3590017"/>
            <a:chExt cx="946911" cy="966699"/>
          </a:xfrm>
        </p:grpSpPr>
        <p:grpSp>
          <p:nvGrpSpPr>
            <p:cNvPr id="2613" name="Google Shape;2613;p102"/>
            <p:cNvGrpSpPr/>
            <p:nvPr/>
          </p:nvGrpSpPr>
          <p:grpSpPr>
            <a:xfrm>
              <a:off x="151447" y="3590017"/>
              <a:ext cx="946911" cy="966699"/>
              <a:chOff x="373316" y="340487"/>
              <a:chExt cx="1276160" cy="1302829"/>
            </a:xfrm>
          </p:grpSpPr>
          <p:sp>
            <p:nvSpPr>
              <p:cNvPr id="2614" name="Google Shape;2614;p102"/>
              <p:cNvSpPr/>
              <p:nvPr/>
            </p:nvSpPr>
            <p:spPr>
              <a:xfrm>
                <a:off x="373316" y="340487"/>
                <a:ext cx="1269809" cy="1296479"/>
              </a:xfrm>
              <a:custGeom>
                <a:rect b="b" l="l" r="r" t="t"/>
                <a:pathLst>
                  <a:path extrusionOk="0" h="1296479" w="1269809">
                    <a:moveTo>
                      <a:pt x="0" y="0"/>
                    </a:moveTo>
                    <a:lnTo>
                      <a:pt x="1269810" y="0"/>
                    </a:lnTo>
                    <a:lnTo>
                      <a:pt x="1269810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15" name="Google Shape;2615;p102"/>
              <p:cNvSpPr/>
              <p:nvPr/>
            </p:nvSpPr>
            <p:spPr>
              <a:xfrm>
                <a:off x="1643126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16" name="Google Shape;2616;p102"/>
              <p:cNvSpPr/>
              <p:nvPr/>
            </p:nvSpPr>
            <p:spPr>
              <a:xfrm>
                <a:off x="55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17" name="Google Shape;2617;p102"/>
              <p:cNvSpPr/>
              <p:nvPr/>
            </p:nvSpPr>
            <p:spPr>
              <a:xfrm>
                <a:off x="74250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18" name="Google Shape;2618;p102"/>
              <p:cNvSpPr/>
              <p:nvPr/>
            </p:nvSpPr>
            <p:spPr>
              <a:xfrm>
                <a:off x="92710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19" name="Google Shape;2619;p102"/>
              <p:cNvSpPr/>
              <p:nvPr/>
            </p:nvSpPr>
            <p:spPr>
              <a:xfrm>
                <a:off x="111163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0" name="Google Shape;2620;p102"/>
              <p:cNvSpPr/>
              <p:nvPr/>
            </p:nvSpPr>
            <p:spPr>
              <a:xfrm>
                <a:off x="129622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1" name="Google Shape;2621;p102"/>
              <p:cNvSpPr/>
              <p:nvPr/>
            </p:nvSpPr>
            <p:spPr>
              <a:xfrm>
                <a:off x="148082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2" name="Google Shape;2622;p102"/>
              <p:cNvSpPr/>
              <p:nvPr/>
            </p:nvSpPr>
            <p:spPr>
              <a:xfrm>
                <a:off x="373316" y="525653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3" name="Google Shape;2623;p102"/>
              <p:cNvSpPr/>
              <p:nvPr/>
            </p:nvSpPr>
            <p:spPr>
              <a:xfrm>
                <a:off x="373316" y="34048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4" name="Google Shape;2624;p102"/>
              <p:cNvSpPr/>
              <p:nvPr/>
            </p:nvSpPr>
            <p:spPr>
              <a:xfrm>
                <a:off x="373316" y="145173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5" name="Google Shape;2625;p102"/>
              <p:cNvSpPr/>
              <p:nvPr/>
            </p:nvSpPr>
            <p:spPr>
              <a:xfrm>
                <a:off x="373316" y="1636966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6" name="Google Shape;2626;p102"/>
              <p:cNvSpPr/>
              <p:nvPr/>
            </p:nvSpPr>
            <p:spPr>
              <a:xfrm>
                <a:off x="373316" y="126650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7" name="Google Shape;2627;p102"/>
              <p:cNvSpPr/>
              <p:nvPr/>
            </p:nvSpPr>
            <p:spPr>
              <a:xfrm>
                <a:off x="373316" y="1081278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8" name="Google Shape;2628;p102"/>
              <p:cNvSpPr/>
              <p:nvPr/>
            </p:nvSpPr>
            <p:spPr>
              <a:xfrm>
                <a:off x="373316" y="89611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29" name="Google Shape;2629;p102"/>
              <p:cNvSpPr/>
              <p:nvPr/>
            </p:nvSpPr>
            <p:spPr>
              <a:xfrm>
                <a:off x="373316" y="71088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630" name="Google Shape;2630;p102"/>
            <p:cNvGrpSpPr/>
            <p:nvPr/>
          </p:nvGrpSpPr>
          <p:grpSpPr>
            <a:xfrm>
              <a:off x="288463" y="3729601"/>
              <a:ext cx="685212" cy="687570"/>
              <a:chOff x="288463" y="3729601"/>
              <a:chExt cx="685212" cy="687570"/>
            </a:xfrm>
          </p:grpSpPr>
          <p:sp>
            <p:nvSpPr>
              <p:cNvPr id="2631" name="Google Shape;2631;p102"/>
              <p:cNvSpPr/>
              <p:nvPr/>
            </p:nvSpPr>
            <p:spPr>
              <a:xfrm>
                <a:off x="288463" y="3729601"/>
                <a:ext cx="685212" cy="687570"/>
              </a:xfrm>
              <a:custGeom>
                <a:rect b="b" l="l" r="r" t="t"/>
                <a:pathLst>
                  <a:path extrusionOk="0" h="926020" w="922845">
                    <a:moveTo>
                      <a:pt x="204724" y="925894"/>
                    </a:moveTo>
                    <a:lnTo>
                      <a:pt x="204724" y="833438"/>
                    </a:lnTo>
                    <a:lnTo>
                      <a:pt x="102362" y="833438"/>
                    </a:lnTo>
                    <a:lnTo>
                      <a:pt x="102362" y="740982"/>
                    </a:lnTo>
                    <a:lnTo>
                      <a:pt x="0" y="740982"/>
                    </a:lnTo>
                    <a:lnTo>
                      <a:pt x="0" y="555371"/>
                    </a:lnTo>
                    <a:lnTo>
                      <a:pt x="102362" y="555371"/>
                    </a:lnTo>
                    <a:lnTo>
                      <a:pt x="102362" y="462915"/>
                    </a:lnTo>
                    <a:lnTo>
                      <a:pt x="307150" y="462915"/>
                    </a:lnTo>
                    <a:lnTo>
                      <a:pt x="307150" y="370459"/>
                    </a:lnTo>
                    <a:lnTo>
                      <a:pt x="718122" y="370459"/>
                    </a:lnTo>
                    <a:lnTo>
                      <a:pt x="718122" y="277368"/>
                    </a:lnTo>
                    <a:lnTo>
                      <a:pt x="615061" y="277368"/>
                    </a:lnTo>
                    <a:lnTo>
                      <a:pt x="615061" y="184912"/>
                    </a:lnTo>
                    <a:lnTo>
                      <a:pt x="307213" y="184912"/>
                    </a:lnTo>
                    <a:lnTo>
                      <a:pt x="307213" y="277368"/>
                    </a:lnTo>
                    <a:lnTo>
                      <a:pt x="63" y="277368"/>
                    </a:lnTo>
                    <a:lnTo>
                      <a:pt x="63" y="184912"/>
                    </a:lnTo>
                    <a:lnTo>
                      <a:pt x="102425" y="184912"/>
                    </a:lnTo>
                    <a:lnTo>
                      <a:pt x="102425" y="92456"/>
                    </a:lnTo>
                    <a:lnTo>
                      <a:pt x="204788" y="92456"/>
                    </a:lnTo>
                    <a:lnTo>
                      <a:pt x="204788" y="0"/>
                    </a:lnTo>
                    <a:lnTo>
                      <a:pt x="718122" y="0"/>
                    </a:lnTo>
                    <a:lnTo>
                      <a:pt x="718122" y="92456"/>
                    </a:lnTo>
                    <a:lnTo>
                      <a:pt x="820484" y="92456"/>
                    </a:lnTo>
                    <a:lnTo>
                      <a:pt x="820484" y="184912"/>
                    </a:lnTo>
                    <a:lnTo>
                      <a:pt x="922845" y="184912"/>
                    </a:lnTo>
                    <a:lnTo>
                      <a:pt x="922845" y="926021"/>
                    </a:lnTo>
                    <a:lnTo>
                      <a:pt x="718058" y="926021"/>
                    </a:lnTo>
                    <a:lnTo>
                      <a:pt x="718058" y="833565"/>
                    </a:lnTo>
                    <a:lnTo>
                      <a:pt x="614998" y="833565"/>
                    </a:lnTo>
                    <a:lnTo>
                      <a:pt x="614998" y="926021"/>
                    </a:lnTo>
                    <a:lnTo>
                      <a:pt x="204724" y="926021"/>
                    </a:lnTo>
                    <a:close/>
                    <a:moveTo>
                      <a:pt x="614998" y="740918"/>
                    </a:moveTo>
                    <a:lnTo>
                      <a:pt x="614998" y="648462"/>
                    </a:lnTo>
                    <a:lnTo>
                      <a:pt x="718058" y="648462"/>
                    </a:lnTo>
                    <a:lnTo>
                      <a:pt x="718058" y="462852"/>
                    </a:lnTo>
                    <a:lnTo>
                      <a:pt x="614998" y="462852"/>
                    </a:lnTo>
                    <a:lnTo>
                      <a:pt x="614998" y="555308"/>
                    </a:lnTo>
                    <a:lnTo>
                      <a:pt x="255968" y="555308"/>
                    </a:lnTo>
                    <a:lnTo>
                      <a:pt x="255968" y="740918"/>
                    </a:lnTo>
                    <a:lnTo>
                      <a:pt x="614998" y="7409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2632" name="Google Shape;2632;p102"/>
              <p:cNvSpPr/>
              <p:nvPr/>
            </p:nvSpPr>
            <p:spPr>
              <a:xfrm>
                <a:off x="425385" y="4318234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30" y="0"/>
                    </a:lnTo>
                    <a:lnTo>
                      <a:pt x="337630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33" name="Google Shape;2633;p102"/>
              <p:cNvSpPr/>
              <p:nvPr/>
            </p:nvSpPr>
            <p:spPr>
              <a:xfrm>
                <a:off x="722694" y="4043401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29" y="0"/>
                    </a:lnTo>
                    <a:lnTo>
                      <a:pt x="337629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634" name="Google Shape;2634;p102"/>
          <p:cNvGrpSpPr/>
          <p:nvPr/>
        </p:nvGrpSpPr>
        <p:grpSpPr>
          <a:xfrm>
            <a:off x="5595261" y="3592394"/>
            <a:ext cx="3255228" cy="1400653"/>
            <a:chOff x="2267909" y="2831175"/>
            <a:chExt cx="4608193" cy="1982804"/>
          </a:xfrm>
        </p:grpSpPr>
        <p:grpSp>
          <p:nvGrpSpPr>
            <p:cNvPr id="2635" name="Google Shape;2635;p102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2636" name="Google Shape;2636;p102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37" name="Google Shape;2637;p102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38" name="Google Shape;2638;p102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39" name="Google Shape;2639;p102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0" name="Google Shape;2640;p102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1" name="Google Shape;2641;p102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2" name="Google Shape;2642;p102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3" name="Google Shape;2643;p102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4" name="Google Shape;2644;p102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5" name="Google Shape;2645;p102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6" name="Google Shape;2646;p102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7" name="Google Shape;2647;p102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8" name="Google Shape;2648;p102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49" name="Google Shape;2649;p102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0" name="Google Shape;2650;p102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1" name="Google Shape;2651;p102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2" name="Google Shape;2652;p102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3" name="Google Shape;2653;p102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4" name="Google Shape;2654;p102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5" name="Google Shape;2655;p102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6" name="Google Shape;2656;p102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7" name="Google Shape;2657;p102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8" name="Google Shape;2658;p102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59" name="Google Shape;2659;p102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60" name="Google Shape;2660;p102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61" name="Google Shape;2661;p102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662" name="Google Shape;2662;p102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3" name="Google Shape;2663;p102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4" name="Google Shape;2664;p102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665" name="Google Shape;2665;p102"/>
          <p:cNvGrpSpPr/>
          <p:nvPr/>
        </p:nvGrpSpPr>
        <p:grpSpPr>
          <a:xfrm>
            <a:off x="4223410" y="2582328"/>
            <a:ext cx="1864298" cy="842496"/>
            <a:chOff x="4223410" y="2582328"/>
            <a:chExt cx="1864298" cy="842496"/>
          </a:xfrm>
        </p:grpSpPr>
        <p:grpSp>
          <p:nvGrpSpPr>
            <p:cNvPr id="2666" name="Google Shape;2666;p102"/>
            <p:cNvGrpSpPr/>
            <p:nvPr/>
          </p:nvGrpSpPr>
          <p:grpSpPr>
            <a:xfrm>
              <a:off x="4223410" y="2582328"/>
              <a:ext cx="1864298" cy="842496"/>
              <a:chOff x="5351018" y="4955476"/>
              <a:chExt cx="3054223" cy="1380236"/>
            </a:xfrm>
          </p:grpSpPr>
          <p:sp>
            <p:nvSpPr>
              <p:cNvPr id="2667" name="Google Shape;2667;p102"/>
              <p:cNvSpPr/>
              <p:nvPr/>
            </p:nvSpPr>
            <p:spPr>
              <a:xfrm>
                <a:off x="5411978" y="5018976"/>
                <a:ext cx="2932239" cy="1253236"/>
              </a:xfrm>
              <a:custGeom>
                <a:rect b="b" l="l" r="r" t="t"/>
                <a:pathLst>
                  <a:path extrusionOk="0" h="1253236" w="2932239">
                    <a:moveTo>
                      <a:pt x="0" y="0"/>
                    </a:moveTo>
                    <a:lnTo>
                      <a:pt x="2932240" y="0"/>
                    </a:lnTo>
                    <a:lnTo>
                      <a:pt x="2932240" y="1253236"/>
                    </a:lnTo>
                    <a:lnTo>
                      <a:pt x="0" y="1253236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68" name="Google Shape;2668;p102"/>
              <p:cNvSpPr/>
              <p:nvPr/>
            </p:nvSpPr>
            <p:spPr>
              <a:xfrm>
                <a:off x="5351018" y="4955476"/>
                <a:ext cx="121920" cy="127000"/>
              </a:xfrm>
              <a:custGeom>
                <a:rect b="b" l="l" r="r" t="t"/>
                <a:pathLst>
                  <a:path extrusionOk="0" h="127000" w="121920">
                    <a:moveTo>
                      <a:pt x="0" y="0"/>
                    </a:moveTo>
                    <a:lnTo>
                      <a:pt x="121920" y="0"/>
                    </a:lnTo>
                    <a:lnTo>
                      <a:pt x="12192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69" name="Google Shape;2669;p102"/>
              <p:cNvSpPr/>
              <p:nvPr/>
            </p:nvSpPr>
            <p:spPr>
              <a:xfrm>
                <a:off x="5351018" y="6208712"/>
                <a:ext cx="121920" cy="127000"/>
              </a:xfrm>
              <a:custGeom>
                <a:rect b="b" l="l" r="r" t="t"/>
                <a:pathLst>
                  <a:path extrusionOk="0" h="127000" w="121920">
                    <a:moveTo>
                      <a:pt x="0" y="0"/>
                    </a:moveTo>
                    <a:lnTo>
                      <a:pt x="121920" y="0"/>
                    </a:lnTo>
                    <a:lnTo>
                      <a:pt x="12192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70" name="Google Shape;2670;p102"/>
              <p:cNvSpPr/>
              <p:nvPr/>
            </p:nvSpPr>
            <p:spPr>
              <a:xfrm>
                <a:off x="8283321" y="4955476"/>
                <a:ext cx="121920" cy="127000"/>
              </a:xfrm>
              <a:custGeom>
                <a:rect b="b" l="l" r="r" t="t"/>
                <a:pathLst>
                  <a:path extrusionOk="0" h="127000" w="121920">
                    <a:moveTo>
                      <a:pt x="0" y="0"/>
                    </a:moveTo>
                    <a:lnTo>
                      <a:pt x="121919" y="0"/>
                    </a:lnTo>
                    <a:lnTo>
                      <a:pt x="121919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671" name="Google Shape;2671;p102"/>
              <p:cNvSpPr/>
              <p:nvPr/>
            </p:nvSpPr>
            <p:spPr>
              <a:xfrm>
                <a:off x="8283321" y="6208712"/>
                <a:ext cx="121920" cy="127000"/>
              </a:xfrm>
              <a:custGeom>
                <a:rect b="b" l="l" r="r" t="t"/>
                <a:pathLst>
                  <a:path extrusionOk="0" h="127000" w="121920">
                    <a:moveTo>
                      <a:pt x="0" y="0"/>
                    </a:moveTo>
                    <a:lnTo>
                      <a:pt x="121919" y="0"/>
                    </a:lnTo>
                    <a:lnTo>
                      <a:pt x="121919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672" name="Google Shape;2672;p102"/>
            <p:cNvSpPr/>
            <p:nvPr/>
          </p:nvSpPr>
          <p:spPr>
            <a:xfrm rot="-2281363">
              <a:off x="5711827" y="2862243"/>
              <a:ext cx="130156" cy="137606"/>
            </a:xfrm>
            <a:custGeom>
              <a:rect b="b" l="l" r="r" t="t"/>
              <a:pathLst>
                <a:path extrusionOk="0" h="5504" w="5206">
                  <a:moveTo>
                    <a:pt x="2726" y="0"/>
                  </a:moveTo>
                  <a:lnTo>
                    <a:pt x="0" y="5493"/>
                  </a:lnTo>
                  <a:lnTo>
                    <a:pt x="2591" y="4653"/>
                  </a:lnTo>
                  <a:lnTo>
                    <a:pt x="5206" y="5504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673" name="Google Shape;2673;p102"/>
          <p:cNvGrpSpPr/>
          <p:nvPr/>
        </p:nvGrpSpPr>
        <p:grpSpPr>
          <a:xfrm>
            <a:off x="6693789" y="348418"/>
            <a:ext cx="2126684" cy="1475227"/>
            <a:chOff x="-1501353" y="1025810"/>
            <a:chExt cx="1717700" cy="1191525"/>
          </a:xfrm>
        </p:grpSpPr>
        <p:sp>
          <p:nvSpPr>
            <p:cNvPr id="2674" name="Google Shape;2674;p102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5" name="Google Shape;2675;p102"/>
            <p:cNvSpPr/>
            <p:nvPr/>
          </p:nvSpPr>
          <p:spPr>
            <a:xfrm>
              <a:off x="-1501353" y="1674482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6" name="Google Shape;2676;p102"/>
            <p:cNvSpPr/>
            <p:nvPr/>
          </p:nvSpPr>
          <p:spPr>
            <a:xfrm>
              <a:off x="-1501353" y="1458272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7" name="Google Shape;2677;p102"/>
            <p:cNvSpPr/>
            <p:nvPr/>
          </p:nvSpPr>
          <p:spPr>
            <a:xfrm>
              <a:off x="-1501353" y="1242021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8" name="Google Shape;2678;p102"/>
            <p:cNvSpPr/>
            <p:nvPr/>
          </p:nvSpPr>
          <p:spPr>
            <a:xfrm>
              <a:off x="-1501353" y="1025810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Green Slides by Slidesgo">
  <a:themeElements>
    <a:clrScheme name="Simple Light">
      <a:dk1>
        <a:srgbClr val="000000"/>
      </a:dk1>
      <a:lt1>
        <a:srgbClr val="FFFFFF"/>
      </a:lt1>
      <a:dk2>
        <a:srgbClr val="A6BFA5"/>
      </a:dk2>
      <a:lt2>
        <a:srgbClr val="C9D8C8"/>
      </a:lt2>
      <a:accent1>
        <a:srgbClr val="161922"/>
      </a:accent1>
      <a:accent2>
        <a:srgbClr val="FFFFFF"/>
      </a:accent2>
      <a:accent3>
        <a:srgbClr val="A6BFA5"/>
      </a:accent3>
      <a:accent4>
        <a:srgbClr val="C9D8C8"/>
      </a:accent4>
      <a:accent5>
        <a:srgbClr val="00000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